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DB272-6BC8-4FE8-9ED4-5CC7233EC445}" v="12" dt="2025-12-01T07:28:05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99E8A-5AE1-A642-A3F4-77337807BA24}"/>
              </a:ext>
            </a:extLst>
          </p:cNvPr>
          <p:cNvSpPr txBox="1"/>
          <p:nvPr/>
        </p:nvSpPr>
        <p:spPr>
          <a:xfrm>
            <a:off x="3246120" y="2228671"/>
            <a:ext cx="709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Plan</a:t>
            </a:r>
          </a:p>
          <a:p>
            <a:r>
              <a:rPr lang="da-DK" dirty="0"/>
              <a:t>1 Complete </a:t>
            </a:r>
            <a:r>
              <a:rPr lang="da-DK" dirty="0" err="1"/>
              <a:t>evaluation</a:t>
            </a:r>
            <a:r>
              <a:rPr lang="da-DK" dirty="0"/>
              <a:t> (10 min)</a:t>
            </a:r>
          </a:p>
          <a:p>
            <a:r>
              <a:rPr lang="da-DK" dirty="0"/>
              <a:t>2 Presentation of </a:t>
            </a:r>
            <a:r>
              <a:rPr lang="da-DK" dirty="0" err="1"/>
              <a:t>exam</a:t>
            </a:r>
            <a:r>
              <a:rPr lang="da-DK" dirty="0"/>
              <a:t> </a:t>
            </a:r>
            <a:r>
              <a:rPr lang="da-DK" dirty="0" err="1"/>
              <a:t>project</a:t>
            </a:r>
            <a:endParaRPr lang="da-DK" dirty="0"/>
          </a:p>
          <a:p>
            <a:r>
              <a:rPr lang="da-DK" dirty="0"/>
              <a:t>3 </a:t>
            </a:r>
            <a:r>
              <a:rPr lang="da-DK" dirty="0" err="1"/>
              <a:t>Enroll</a:t>
            </a:r>
            <a:r>
              <a:rPr lang="da-DK" dirty="0"/>
              <a:t> in </a:t>
            </a:r>
            <a:r>
              <a:rPr lang="da-DK" dirty="0" err="1"/>
              <a:t>groups</a:t>
            </a:r>
            <a:r>
              <a:rPr lang="da-DK" dirty="0"/>
              <a:t> and start </a:t>
            </a:r>
            <a:r>
              <a:rPr lang="da-DK" dirty="0" err="1"/>
              <a:t>exam</a:t>
            </a:r>
            <a:r>
              <a:rPr lang="da-DK" dirty="0"/>
              <a:t> </a:t>
            </a:r>
            <a:r>
              <a:rPr lang="da-DK" dirty="0" err="1"/>
              <a:t>project</a:t>
            </a:r>
            <a:endParaRPr lang="da-DK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29ABA4-25A3-B844-A69E-F4EE8062D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4" y="936260"/>
            <a:ext cx="5754343" cy="579384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775B58-71DD-16D1-C78E-B8D165D0524C}"/>
              </a:ext>
            </a:extLst>
          </p:cNvPr>
          <p:cNvCxnSpPr>
            <a:cxnSpLocks/>
          </p:cNvCxnSpPr>
          <p:nvPr/>
        </p:nvCxnSpPr>
        <p:spPr>
          <a:xfrm flipH="1">
            <a:off x="5993063" y="1645920"/>
            <a:ext cx="1523305" cy="402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DF702F4-B372-1600-A494-DDB8E83C95B3}"/>
              </a:ext>
            </a:extLst>
          </p:cNvPr>
          <p:cNvSpPr txBox="1"/>
          <p:nvPr/>
        </p:nvSpPr>
        <p:spPr>
          <a:xfrm>
            <a:off x="7635240" y="1371600"/>
            <a:ext cx="3766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Countercurrent</a:t>
            </a:r>
            <a:r>
              <a:rPr lang="da-DK" dirty="0"/>
              <a:t> </a:t>
            </a:r>
            <a:r>
              <a:rPr lang="da-DK" dirty="0" err="1"/>
              <a:t>pipe</a:t>
            </a:r>
            <a:r>
              <a:rPr lang="da-DK" dirty="0"/>
              <a:t> heat </a:t>
            </a:r>
            <a:r>
              <a:rPr lang="da-DK" dirty="0" err="1"/>
              <a:t>exchanger</a:t>
            </a:r>
            <a:endParaRPr lang="da-DK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3E429B-A344-67D7-2CD2-104862E3D334}"/>
              </a:ext>
            </a:extLst>
          </p:cNvPr>
          <p:cNvGrpSpPr/>
          <p:nvPr/>
        </p:nvGrpSpPr>
        <p:grpSpPr>
          <a:xfrm>
            <a:off x="5845191" y="2748520"/>
            <a:ext cx="6058396" cy="3475244"/>
            <a:chOff x="5845191" y="2748520"/>
            <a:chExt cx="6058396" cy="34752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75E6E1-45CA-981C-55D6-AB0720970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0687" y="2748520"/>
              <a:ext cx="5448974" cy="340007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F00EB6-DE66-096A-33DA-7E275F0FAA56}"/>
                </a:ext>
              </a:extLst>
            </p:cNvPr>
            <p:cNvSpPr txBox="1"/>
            <p:nvPr/>
          </p:nvSpPr>
          <p:spPr>
            <a:xfrm>
              <a:off x="11082528" y="4919472"/>
              <a:ext cx="8210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Milk in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D4F166-9BAA-C2D6-DA24-D3269FFD9848}"/>
                </a:ext>
              </a:extLst>
            </p:cNvPr>
            <p:cNvSpPr txBox="1"/>
            <p:nvPr/>
          </p:nvSpPr>
          <p:spPr>
            <a:xfrm>
              <a:off x="5845191" y="3681984"/>
              <a:ext cx="97013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Milk out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B03325-F9E3-D33A-C336-7A5CA738DED2}"/>
                </a:ext>
              </a:extLst>
            </p:cNvPr>
            <p:cNvSpPr txBox="1"/>
            <p:nvPr/>
          </p:nvSpPr>
          <p:spPr>
            <a:xfrm>
              <a:off x="7063481" y="2748520"/>
              <a:ext cx="10587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Steam in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2373F4-F157-73E2-52BC-860B8A6822D1}"/>
                </a:ext>
              </a:extLst>
            </p:cNvPr>
            <p:cNvSpPr txBox="1"/>
            <p:nvPr/>
          </p:nvSpPr>
          <p:spPr>
            <a:xfrm>
              <a:off x="8504528" y="5854432"/>
              <a:ext cx="328513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Steam /</a:t>
              </a:r>
              <a:r>
                <a:rPr lang="da-DK" dirty="0" err="1"/>
                <a:t>condensated</a:t>
              </a:r>
              <a:r>
                <a:rPr lang="da-DK" dirty="0"/>
                <a:t> </a:t>
              </a:r>
              <a:r>
                <a:rPr lang="da-DK" dirty="0" err="1"/>
                <a:t>water</a:t>
              </a:r>
              <a:r>
                <a:rPr lang="da-DK" dirty="0"/>
                <a:t> out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3D54C20-F00B-DBC9-3953-B1F5FB43C3DB}"/>
                </a:ext>
              </a:extLst>
            </p:cNvPr>
            <p:cNvSpPr/>
            <p:nvPr/>
          </p:nvSpPr>
          <p:spPr>
            <a:xfrm>
              <a:off x="10479024" y="3191256"/>
              <a:ext cx="402336" cy="490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F8255A-9611-AD06-7ED9-C274F4B30BA7}"/>
                </a:ext>
              </a:extLst>
            </p:cNvPr>
            <p:cNvSpPr/>
            <p:nvPr/>
          </p:nvSpPr>
          <p:spPr>
            <a:xfrm>
              <a:off x="9363128" y="4042172"/>
              <a:ext cx="667840" cy="2737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ED6E06A-85C7-D1CF-42AF-7CAE5A525A55}"/>
                </a:ext>
              </a:extLst>
            </p:cNvPr>
            <p:cNvSpPr/>
            <p:nvPr/>
          </p:nvSpPr>
          <p:spPr>
            <a:xfrm>
              <a:off x="8122232" y="2748520"/>
              <a:ext cx="2557960" cy="490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DF5192B-F9E3-4B81-9218-D4FCBA7241D7}"/>
              </a:ext>
            </a:extLst>
          </p:cNvPr>
          <p:cNvSpPr txBox="1"/>
          <p:nvPr/>
        </p:nvSpPr>
        <p:spPr>
          <a:xfrm>
            <a:off x="2002536" y="566928"/>
            <a:ext cx="189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UHT </a:t>
            </a:r>
            <a:r>
              <a:rPr lang="da-DK" dirty="0" err="1"/>
              <a:t>process</a:t>
            </a:r>
            <a:r>
              <a:rPr lang="da-DK" dirty="0"/>
              <a:t> unit</a:t>
            </a:r>
          </a:p>
        </p:txBody>
      </p:sp>
    </p:spTree>
    <p:extLst>
      <p:ext uri="{BB962C8B-B14F-4D97-AF65-F5344CB8AC3E}">
        <p14:creationId xmlns:p14="http://schemas.microsoft.com/office/powerpoint/2010/main" val="11579497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A50C4B-83B7-98E7-5F50-9474E62249F6}"/>
              </a:ext>
            </a:extLst>
          </p:cNvPr>
          <p:cNvGrpSpPr/>
          <p:nvPr/>
        </p:nvGrpSpPr>
        <p:grpSpPr>
          <a:xfrm>
            <a:off x="3066802" y="1796020"/>
            <a:ext cx="6058396" cy="3475244"/>
            <a:chOff x="5845191" y="2748520"/>
            <a:chExt cx="6058396" cy="34752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7606787-114B-EFBF-32AC-E61671823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0687" y="2748520"/>
              <a:ext cx="5448974" cy="340007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3E8133-579C-A585-71EF-57B420FD3999}"/>
                </a:ext>
              </a:extLst>
            </p:cNvPr>
            <p:cNvSpPr txBox="1"/>
            <p:nvPr/>
          </p:nvSpPr>
          <p:spPr>
            <a:xfrm>
              <a:off x="11082528" y="4919472"/>
              <a:ext cx="8210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Milk 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6ACC54-056F-E940-5BDF-9F8BE2F1757B}"/>
                </a:ext>
              </a:extLst>
            </p:cNvPr>
            <p:cNvSpPr txBox="1"/>
            <p:nvPr/>
          </p:nvSpPr>
          <p:spPr>
            <a:xfrm>
              <a:off x="5845191" y="3681984"/>
              <a:ext cx="97013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Milk out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7CF5FA-646A-EA7A-9AC7-7A20285C5CD7}"/>
                </a:ext>
              </a:extLst>
            </p:cNvPr>
            <p:cNvSpPr txBox="1"/>
            <p:nvPr/>
          </p:nvSpPr>
          <p:spPr>
            <a:xfrm>
              <a:off x="7063481" y="2748520"/>
              <a:ext cx="10587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Steam in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78F93D-E443-A89F-B38A-D611F2E2010B}"/>
                </a:ext>
              </a:extLst>
            </p:cNvPr>
            <p:cNvSpPr txBox="1"/>
            <p:nvPr/>
          </p:nvSpPr>
          <p:spPr>
            <a:xfrm>
              <a:off x="8504528" y="5854432"/>
              <a:ext cx="328513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dirty="0"/>
                <a:t>Steam /</a:t>
              </a:r>
              <a:r>
                <a:rPr lang="da-DK" dirty="0" err="1"/>
                <a:t>condensated</a:t>
              </a:r>
              <a:r>
                <a:rPr lang="da-DK" dirty="0"/>
                <a:t> </a:t>
              </a:r>
              <a:r>
                <a:rPr lang="da-DK" dirty="0" err="1"/>
                <a:t>water</a:t>
              </a:r>
              <a:r>
                <a:rPr lang="da-DK" dirty="0"/>
                <a:t> out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E1BE4-F4C9-02B1-BD5F-F8DBCA65810C}"/>
                </a:ext>
              </a:extLst>
            </p:cNvPr>
            <p:cNvSpPr/>
            <p:nvPr/>
          </p:nvSpPr>
          <p:spPr>
            <a:xfrm>
              <a:off x="10479024" y="3191256"/>
              <a:ext cx="402336" cy="490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63E885-A18D-0758-5DF5-848EC55A1515}"/>
                </a:ext>
              </a:extLst>
            </p:cNvPr>
            <p:cNvSpPr/>
            <p:nvPr/>
          </p:nvSpPr>
          <p:spPr>
            <a:xfrm>
              <a:off x="9363128" y="4042172"/>
              <a:ext cx="667840" cy="2737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7D9382-7EE3-AB17-03BB-CAA0E278EF32}"/>
                </a:ext>
              </a:extLst>
            </p:cNvPr>
            <p:cNvSpPr/>
            <p:nvPr/>
          </p:nvSpPr>
          <p:spPr>
            <a:xfrm>
              <a:off x="8122232" y="2748520"/>
              <a:ext cx="2557960" cy="4907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B2B6B65-A1AF-9488-DF30-6AA0D890BEE4}"/>
              </a:ext>
            </a:extLst>
          </p:cNvPr>
          <p:cNvSpPr txBox="1"/>
          <p:nvPr/>
        </p:nvSpPr>
        <p:spPr>
          <a:xfrm>
            <a:off x="7901803" y="4222372"/>
            <a:ext cx="1907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20 °C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A3C46-A172-D107-3281-762AE26BEC1F}"/>
              </a:ext>
            </a:extLst>
          </p:cNvPr>
          <p:cNvSpPr txBox="1"/>
          <p:nvPr/>
        </p:nvSpPr>
        <p:spPr>
          <a:xfrm>
            <a:off x="3322301" y="2995171"/>
            <a:ext cx="1907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? °C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6740CD-D480-65E2-D812-679ACB60D03D}"/>
              </a:ext>
            </a:extLst>
          </p:cNvPr>
          <p:cNvCxnSpPr/>
          <p:nvPr/>
        </p:nvCxnSpPr>
        <p:spPr>
          <a:xfrm flipH="1">
            <a:off x="2571750" y="3363468"/>
            <a:ext cx="750551" cy="503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BE63E4-C1D5-F5DF-09F3-E96BEC9DA876}"/>
              </a:ext>
            </a:extLst>
          </p:cNvPr>
          <p:cNvSpPr txBox="1"/>
          <p:nvPr/>
        </p:nvSpPr>
        <p:spPr>
          <a:xfrm>
            <a:off x="1437148" y="3945373"/>
            <a:ext cx="1234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Depends</a:t>
            </a:r>
            <a:r>
              <a:rPr lang="da-DK" dirty="0"/>
              <a:t> on </a:t>
            </a:r>
            <a:r>
              <a:rPr lang="da-DK" dirty="0" err="1"/>
              <a:t>length</a:t>
            </a:r>
            <a:r>
              <a:rPr lang="da-DK" dirty="0"/>
              <a:t> of </a:t>
            </a:r>
            <a:r>
              <a:rPr lang="da-DK" dirty="0" err="1"/>
              <a:t>pipe</a:t>
            </a:r>
            <a:endParaRPr lang="da-D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DC2786-E513-C283-FF63-B931C0B1A4E0}"/>
              </a:ext>
            </a:extLst>
          </p:cNvPr>
          <p:cNvSpPr txBox="1"/>
          <p:nvPr/>
        </p:nvSpPr>
        <p:spPr>
          <a:xfrm>
            <a:off x="4371975" y="1495425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170 °C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2FFF9A-2BCC-522B-D692-FA53B012CFE7}"/>
              </a:ext>
            </a:extLst>
          </p:cNvPr>
          <p:cNvSpPr txBox="1"/>
          <p:nvPr/>
        </p:nvSpPr>
        <p:spPr>
          <a:xfrm>
            <a:off x="7115175" y="519762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170 °C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596BEE-1EBD-762A-6260-9A34D029FA4F}"/>
              </a:ext>
            </a:extLst>
          </p:cNvPr>
          <p:cNvSpPr txBox="1"/>
          <p:nvPr/>
        </p:nvSpPr>
        <p:spPr>
          <a:xfrm>
            <a:off x="7901803" y="1887864"/>
            <a:ext cx="27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Where</a:t>
            </a:r>
            <a:r>
              <a:rPr lang="da-DK" dirty="0"/>
              <a:t> is heat </a:t>
            </a:r>
            <a:r>
              <a:rPr lang="da-DK" dirty="0" err="1"/>
              <a:t>transfered</a:t>
            </a:r>
            <a:r>
              <a:rPr lang="da-DK" dirty="0"/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F8AAE-0256-6E9D-3EB1-2C0DCF50D290}"/>
              </a:ext>
            </a:extLst>
          </p:cNvPr>
          <p:cNvSpPr txBox="1"/>
          <p:nvPr/>
        </p:nvSpPr>
        <p:spPr>
          <a:xfrm>
            <a:off x="8102971" y="3742011"/>
            <a:ext cx="134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144 m</a:t>
            </a:r>
            <a:r>
              <a:rPr lang="da-DK" baseline="30000" dirty="0"/>
              <a:t>3</a:t>
            </a:r>
            <a:r>
              <a:rPr lang="da-DK" dirty="0"/>
              <a:t>/</a:t>
            </a:r>
            <a:r>
              <a:rPr lang="da-DK" dirty="0" err="1"/>
              <a:t>day</a:t>
            </a:r>
            <a:endParaRPr lang="da-DK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238053-9E9E-56E8-57C9-1C995027EBE2}"/>
              </a:ext>
            </a:extLst>
          </p:cNvPr>
          <p:cNvCxnSpPr>
            <a:cxnSpLocks/>
          </p:cNvCxnSpPr>
          <p:nvPr/>
        </p:nvCxnSpPr>
        <p:spPr>
          <a:xfrm flipV="1">
            <a:off x="4991100" y="4151638"/>
            <a:ext cx="914400" cy="748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0D54AA-BFDD-6DB7-5546-8A3D8022ADB0}"/>
              </a:ext>
            </a:extLst>
          </p:cNvPr>
          <p:cNvSpPr txBox="1"/>
          <p:nvPr/>
        </p:nvSpPr>
        <p:spPr>
          <a:xfrm>
            <a:off x="3913515" y="490193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Inner Ø = 40 mm</a:t>
            </a:r>
          </a:p>
        </p:txBody>
      </p:sp>
    </p:spTree>
    <p:extLst>
      <p:ext uri="{BB962C8B-B14F-4D97-AF65-F5344CB8AC3E}">
        <p14:creationId xmlns:p14="http://schemas.microsoft.com/office/powerpoint/2010/main" val="33503358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6D9E-4C53-5105-C300-656D196B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Help on </a:t>
            </a:r>
            <a:r>
              <a:rPr lang="da-DK" dirty="0" err="1"/>
              <a:t>project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D568-C17A-0F23-4BDB-3CA1DFB76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Help from </a:t>
            </a:r>
            <a:r>
              <a:rPr lang="da-DK" dirty="0" err="1"/>
              <a:t>instructors</a:t>
            </a:r>
            <a:r>
              <a:rPr lang="da-DK" dirty="0"/>
              <a:t>/</a:t>
            </a:r>
            <a:r>
              <a:rPr lang="da-DK" dirty="0" err="1"/>
              <a:t>teachers</a:t>
            </a:r>
            <a:r>
              <a:rPr lang="da-DK" dirty="0"/>
              <a:t> </a:t>
            </a:r>
            <a:r>
              <a:rPr lang="da-DK" dirty="0" err="1"/>
              <a:t>until</a:t>
            </a:r>
            <a:r>
              <a:rPr lang="da-DK" dirty="0"/>
              <a:t> the 4th of Dec. </a:t>
            </a:r>
          </a:p>
          <a:p>
            <a:r>
              <a:rPr lang="da-DK" dirty="0"/>
              <a:t>Solutions on old </a:t>
            </a:r>
            <a:r>
              <a:rPr lang="da-DK" dirty="0" err="1"/>
              <a:t>exercises</a:t>
            </a:r>
            <a:r>
              <a:rPr lang="da-DK" dirty="0"/>
              <a:t> (</a:t>
            </a:r>
            <a:r>
              <a:rPr lang="da-DK" dirty="0" err="1"/>
              <a:t>see</a:t>
            </a:r>
            <a:r>
              <a:rPr lang="da-DK" dirty="0"/>
              <a:t> tips)</a:t>
            </a:r>
          </a:p>
          <a:p>
            <a:r>
              <a:rPr lang="da-DK" dirty="0"/>
              <a:t>Read </a:t>
            </a:r>
            <a:r>
              <a:rPr lang="da-DK" dirty="0" err="1"/>
              <a:t>description</a:t>
            </a:r>
            <a:r>
              <a:rPr lang="da-DK" dirty="0"/>
              <a:t> of </a:t>
            </a:r>
            <a:r>
              <a:rPr lang="da-DK" dirty="0" err="1"/>
              <a:t>project</a:t>
            </a:r>
            <a:r>
              <a:rPr lang="da-DK" dirty="0"/>
              <a:t> </a:t>
            </a:r>
            <a:r>
              <a:rPr lang="da-DK" dirty="0" err="1"/>
              <a:t>carefully</a:t>
            </a:r>
            <a:r>
              <a:rPr lang="da-DK" dirty="0"/>
              <a:t> (all info is </a:t>
            </a:r>
            <a:r>
              <a:rPr lang="da-DK" dirty="0" err="1"/>
              <a:t>there</a:t>
            </a:r>
            <a:r>
              <a:rPr lang="da-DK" dirty="0"/>
              <a:t>)</a:t>
            </a:r>
          </a:p>
          <a:p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still perform </a:t>
            </a:r>
            <a:r>
              <a:rPr lang="da-DK" dirty="0" err="1"/>
              <a:t>well</a:t>
            </a:r>
            <a:r>
              <a:rPr lang="da-DK" dirty="0"/>
              <a:t> at </a:t>
            </a:r>
            <a:r>
              <a:rPr lang="da-DK" dirty="0" err="1"/>
              <a:t>exam</a:t>
            </a:r>
            <a:r>
              <a:rPr lang="da-DK" dirty="0"/>
              <a:t> </a:t>
            </a:r>
            <a:r>
              <a:rPr lang="da-DK" dirty="0" err="1"/>
              <a:t>despite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or model not </a:t>
            </a:r>
            <a:r>
              <a:rPr lang="da-DK" dirty="0" err="1"/>
              <a:t>working</a:t>
            </a:r>
            <a:r>
              <a:rPr lang="da-DK" dirty="0"/>
              <a:t>!</a:t>
            </a:r>
          </a:p>
          <a:p>
            <a:r>
              <a:rPr lang="da-DK" dirty="0"/>
              <a:t>Deadline is 23th of </a:t>
            </a:r>
            <a:r>
              <a:rPr lang="da-DK" dirty="0" err="1"/>
              <a:t>Dec</a:t>
            </a:r>
            <a:r>
              <a:rPr lang="da-DK" dirty="0"/>
              <a:t> 11.59 PM</a:t>
            </a:r>
          </a:p>
        </p:txBody>
      </p:sp>
    </p:spTree>
    <p:extLst>
      <p:ext uri="{BB962C8B-B14F-4D97-AF65-F5344CB8AC3E}">
        <p14:creationId xmlns:p14="http://schemas.microsoft.com/office/powerpoint/2010/main" val="410802374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5938109-F486-41EA-929F-D7DF65C5D6B1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Help on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2025-10-25T14:07:46Z</dcterms:created>
  <dcterms:modified xsi:type="dcterms:W3CDTF">2025-12-01T07:28:30Z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