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5"/>
  </p:sldMasterIdLst>
  <p:sldIdLst>
    <p:sldId id="256" r:id="rId6"/>
    <p:sldId id="257" r:id="rId7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0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B63F7-EF8D-1442-2805-F90D13F7F6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6B73C6-4021-68D5-1099-5B1540F6C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5FE5C-42F5-ED25-BFA5-92006F0FA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8D708-28BE-2B4D-76EA-65C5F9F1D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89D1B-E6BF-1F61-350B-A416EBB70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9175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B7F94-F949-C9D2-64CD-B62B7DC79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E5FE4-1DC9-4259-BC3F-AAA35F553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BD69D-53F3-11C2-CD61-58145ADE3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27DC1-FAE3-D580-F35F-401162D21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5CA33-9D26-98B6-E85B-DDD045083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2120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DBDCC-CCDE-89ED-215B-A5C7B94C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A45BD-B998-CDFD-1526-FDD92DF37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13C8F-2C17-07EA-C35A-A35FBFF6B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E90C3-7845-28AD-B4AB-4E25141A3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ABC6B-8C7F-938E-F069-4B9182347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475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22F3A-0938-B89E-F4AB-85FEE1807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60B9D-3512-C97D-CC45-A43A179A5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7026FA-4782-12C8-2CC1-2C7509451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89C04-0833-1C4B-D8A2-3712684FF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AB21E-0157-D95F-9FCC-4B063351B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AD5F7A-AE0A-B266-6D5F-8DCFAF7C0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3900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DF502-0597-DE6F-EFAA-91FE7CBC2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B2D51-88C7-8166-7DF4-05B2412EE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4D9031-D1F7-2CE0-3119-FE2D72314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84C981-6167-2D0E-C5BB-60431E3459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AFAC50-58D5-0FF1-CA9C-ADFF4B70CC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2834AD-3601-067D-72FB-6D29B190C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66F7D6-4AD1-81C2-9724-6BD00205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119DA6-2F99-B552-267C-700E7BCBD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766301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FFD68-AAAD-B847-FEDE-8097587BD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9AE93F-DDAA-4DD3-F594-609BC9504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BBD2A4-363A-DAA0-622F-DD627BA81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6BABE-D66C-7F7F-7ABA-8A59FDD2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4500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D7050-3A86-DB26-84B4-1380B38A3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EE70D8-9614-140C-81C8-4A5C6A3B8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A678B-AC33-BD31-7B81-62828144C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36859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37EB7-7A36-D8E2-02CC-749D8CB3F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C83CD-C860-00EB-932A-D31384975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2020D6-2495-A29C-DAC2-F0076F1846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F7D8A-A545-AF69-94BF-B59A30103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14F846-93A0-440A-DF82-A698055FA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7D9461-0EED-10DF-5196-A303CB95F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184505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B58D1-A1EA-0634-FAC2-90E4D720A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B24B92-4BA2-E8CE-A1AE-B265778655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B59854-B0B7-287F-B832-2C9C0A998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AE5A84-FE53-EC4F-4180-C28245FDB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90BC5-7018-2B6D-B9F7-2475E1AF4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76DC6-615A-374B-A4E6-15D9BD75F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48795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04915-0AA5-88A7-550C-EDDA66267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7B0AC-256A-DD5C-1FB2-5A51ABFB7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513A8-DC61-DCAC-BADE-CE9BA1EE3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F1CA6-2AA6-85A0-F736-1DE71D240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0E3D0-868A-15DA-2C55-940529744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05093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2D8FEF-8EEC-1D16-8F69-5FF3DA5EC3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0F4F87-CA82-C826-169C-6FB5E8F98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8FAE7-3CBB-7B80-6765-1E483D9B8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F97FD-BF40-F2B8-A174-8202C5522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56C77-356C-3228-9EE8-7AC8DFA4C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73407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1813B5-2A41-5C27-B7E0-D603DEF4A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43182-73AD-0D40-3DCC-23A18443D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19043-2191-16F3-BF2E-3BC4C2360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886069-5185-423F-843D-C2F3A033B90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4536C-B9BE-F920-FD20-E3C829D7C0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E17EA-46F5-6E05-831C-C882CC57D7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92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4.xml"/><Relationship Id="rId1" Type="http://schemas.openxmlformats.org/officeDocument/2006/relationships/customXml" Target="../../customXml/item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0520-D0AF-3FCE-F7DE-415E0961D3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0895"/>
            <a:ext cx="9144000" cy="1031939"/>
          </a:xfrm>
        </p:spPr>
        <p:txBody>
          <a:bodyPr/>
          <a:lstStyle/>
          <a:p>
            <a:r>
              <a:rPr lang="en-US" dirty="0"/>
              <a:t>Mini project 2</a:t>
            </a:r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B7ECDC60-7095-8032-C797-B8EA5AAB4052}"/>
              </a:ext>
            </a:extLst>
          </p:cNvPr>
          <p:cNvSpPr/>
          <p:nvPr/>
        </p:nvSpPr>
        <p:spPr>
          <a:xfrm>
            <a:off x="2144268" y="3235643"/>
            <a:ext cx="8378952" cy="630936"/>
          </a:xfrm>
          <a:prstGeom prst="can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F0F58E8-B19C-312F-347C-76F1E479DF99}"/>
              </a:ext>
            </a:extLst>
          </p:cNvPr>
          <p:cNvCxnSpPr>
            <a:cxnSpLocks/>
          </p:cNvCxnSpPr>
          <p:nvPr/>
        </p:nvCxnSpPr>
        <p:spPr>
          <a:xfrm>
            <a:off x="2148840" y="2880360"/>
            <a:ext cx="4572" cy="88696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E0DD96-2327-B293-B43B-E1C66B9F80B9}"/>
              </a:ext>
            </a:extLst>
          </p:cNvPr>
          <p:cNvCxnSpPr/>
          <p:nvPr/>
        </p:nvCxnSpPr>
        <p:spPr>
          <a:xfrm>
            <a:off x="10523220" y="2880360"/>
            <a:ext cx="0" cy="6309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CA279D9-00C9-B362-90C7-05CF3824AB1C}"/>
              </a:ext>
            </a:extLst>
          </p:cNvPr>
          <p:cNvCxnSpPr/>
          <p:nvPr/>
        </p:nvCxnSpPr>
        <p:spPr>
          <a:xfrm>
            <a:off x="6181344" y="2505456"/>
            <a:ext cx="0" cy="4663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4791204-AFD6-A581-70D9-55586F882133}"/>
              </a:ext>
            </a:extLst>
          </p:cNvPr>
          <p:cNvSpPr txBox="1"/>
          <p:nvPr/>
        </p:nvSpPr>
        <p:spPr>
          <a:xfrm>
            <a:off x="5716524" y="2004203"/>
            <a:ext cx="1095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Oxygen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D0A5B4-FB40-691A-4A27-847D8903777B}"/>
              </a:ext>
            </a:extLst>
          </p:cNvPr>
          <p:cNvSpPr txBox="1"/>
          <p:nvPr/>
        </p:nvSpPr>
        <p:spPr>
          <a:xfrm>
            <a:off x="4809744" y="3397996"/>
            <a:ext cx="3744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Organic</a:t>
            </a:r>
            <a:r>
              <a:rPr lang="da-DK" dirty="0"/>
              <a:t> matter + </a:t>
            </a:r>
            <a:r>
              <a:rPr lang="da-DK" dirty="0" err="1"/>
              <a:t>bacteria</a:t>
            </a:r>
            <a:endParaRPr lang="da-DK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8AB1A1-7F8B-0D2E-8927-F3873D8D1D4C}"/>
              </a:ext>
            </a:extLst>
          </p:cNvPr>
          <p:cNvSpPr txBox="1"/>
          <p:nvPr/>
        </p:nvSpPr>
        <p:spPr>
          <a:xfrm>
            <a:off x="5150358" y="4331792"/>
            <a:ext cx="45148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*Model </a:t>
            </a:r>
            <a:r>
              <a:rPr lang="da-DK" dirty="0" err="1"/>
              <a:t>development</a:t>
            </a:r>
            <a:endParaRPr lang="da-DK" dirty="0"/>
          </a:p>
          <a:p>
            <a:r>
              <a:rPr lang="da-DK" dirty="0"/>
              <a:t>*Model </a:t>
            </a:r>
            <a:r>
              <a:rPr lang="da-DK" dirty="0" err="1"/>
              <a:t>verification</a:t>
            </a:r>
            <a:endParaRPr lang="da-DK" dirty="0"/>
          </a:p>
          <a:p>
            <a:r>
              <a:rPr lang="da-DK" dirty="0"/>
              <a:t>*Model </a:t>
            </a:r>
            <a:r>
              <a:rPr lang="da-DK" dirty="0" err="1"/>
              <a:t>validation</a:t>
            </a:r>
            <a:endParaRPr lang="da-DK" dirty="0"/>
          </a:p>
          <a:p>
            <a:r>
              <a:rPr lang="da-DK" dirty="0"/>
              <a:t>*Model </a:t>
            </a:r>
            <a:r>
              <a:rPr lang="da-DK" dirty="0" err="1"/>
              <a:t>application</a:t>
            </a:r>
            <a:endParaRPr lang="da-DK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197476-93D8-54A7-7C0C-3A2062EA0610}"/>
              </a:ext>
            </a:extLst>
          </p:cNvPr>
          <p:cNvSpPr txBox="1"/>
          <p:nvPr/>
        </p:nvSpPr>
        <p:spPr>
          <a:xfrm>
            <a:off x="2151126" y="5812668"/>
            <a:ext cx="8072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Mini </a:t>
            </a:r>
            <a:r>
              <a:rPr lang="da-DK" dirty="0" err="1"/>
              <a:t>project</a:t>
            </a:r>
            <a:r>
              <a:rPr lang="da-DK" dirty="0"/>
              <a:t> </a:t>
            </a:r>
            <a:r>
              <a:rPr lang="da-DK" dirty="0" err="1"/>
              <a:t>description</a:t>
            </a:r>
            <a:r>
              <a:rPr lang="da-DK" dirty="0"/>
              <a:t> on GitHub: course-modelling-2025/</a:t>
            </a:r>
            <a:r>
              <a:rPr lang="da-DK" dirty="0" err="1"/>
              <a:t>classes</a:t>
            </a:r>
            <a:r>
              <a:rPr lang="da-DK" dirty="0"/>
              <a:t>/19_04_nov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5732982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345E76-85E4-5B37-D82B-1C571DC7B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4411"/>
            <a:ext cx="12192000" cy="36491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AEDE00-610E-9771-2C13-CBBA901C72FF}"/>
              </a:ext>
            </a:extLst>
          </p:cNvPr>
          <p:cNvSpPr txBox="1"/>
          <p:nvPr/>
        </p:nvSpPr>
        <p:spPr>
          <a:xfrm>
            <a:off x="5694067" y="2893925"/>
            <a:ext cx="3158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Submit mini </a:t>
            </a:r>
            <a:r>
              <a:rPr lang="da-DK" dirty="0" err="1"/>
              <a:t>project</a:t>
            </a:r>
            <a:r>
              <a:rPr lang="da-DK" dirty="0"/>
              <a:t> 14 th Nov.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963AAC-A30C-0BD5-5E32-01D44894E011}"/>
              </a:ext>
            </a:extLst>
          </p:cNvPr>
          <p:cNvSpPr txBox="1"/>
          <p:nvPr/>
        </p:nvSpPr>
        <p:spPr>
          <a:xfrm>
            <a:off x="5694067" y="5350747"/>
            <a:ext cx="3209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Submit </a:t>
            </a:r>
            <a:r>
              <a:rPr lang="da-DK" dirty="0" err="1"/>
              <a:t>exam</a:t>
            </a:r>
            <a:r>
              <a:rPr lang="da-DK" dirty="0"/>
              <a:t> </a:t>
            </a:r>
            <a:r>
              <a:rPr lang="da-DK" dirty="0" err="1"/>
              <a:t>report</a:t>
            </a:r>
            <a:r>
              <a:rPr lang="da-DK" dirty="0"/>
              <a:t> 23 th Dec.</a:t>
            </a:r>
          </a:p>
        </p:txBody>
      </p:sp>
    </p:spTree>
    <p:extLst>
      <p:ext uri="{BB962C8B-B14F-4D97-AF65-F5344CB8AC3E}">
        <p14:creationId xmlns:p14="http://schemas.microsoft.com/office/powerpoint/2010/main" val="271599111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6.0.27"/>
  <p:tag name="AS_OS" val="Unix 6.5.0.1014"/>
  <p:tag name="AS_RELEASE_DATE" val="2023.08.14"/>
  <p:tag name="AS_TITLE" val="Aspose.Slides for .NET Standard 2.0"/>
  <p:tag name="AS_VERSION" val="23.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Aptos Display" panose="0211000402020202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Aptos" panose="0211000402020202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FormConfiguration><![CDATA[{"formFields":[],"formDataEntries":[]}]]></TemplafyFormConfiguration>
</file>

<file path=customXml/item3.xml><?xml version="1.0" encoding="utf-8"?>
<TemplafyTemplateConfiguration><![CDATA[{"elementsMetadata":[],"transformationConfigurations":[],"templateName":"blankpresentation","templateDescription":"","enableDocumentContentUpdater":false,"version":"2.0"}]]></TemplafyTemplateConfiguration>
</file>

<file path=customXml/item4.xml><?xml version="1.0" encoding="utf-8"?>
<TemplafySlideTemplateConfiguration><![CDATA[{"slideVersion":1,"isValidatorEnabled":false,"isLocked":false,"elementsMetadata":[],"slideId":"1054884848216047618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C60B9EDF-596D-4F67-B5E3-411D55B8E8FC}">
  <ds:schemaRefs/>
</ds:datastoreItem>
</file>

<file path=customXml/itemProps2.xml><?xml version="1.0" encoding="utf-8"?>
<ds:datastoreItem xmlns:ds="http://schemas.openxmlformats.org/officeDocument/2006/customXml" ds:itemID="{C5938109-F486-41EA-929F-D7DF65C5D6B1}">
  <ds:schemaRefs/>
</ds:datastoreItem>
</file>

<file path=customXml/itemProps3.xml><?xml version="1.0" encoding="utf-8"?>
<ds:datastoreItem xmlns:ds="http://schemas.openxmlformats.org/officeDocument/2006/customXml" ds:itemID="{386C9AF7-FC43-4772-BF6D-26FE95C56D62}">
  <ds:schemaRefs/>
</ds:datastoreItem>
</file>

<file path=customXml/itemProps4.xml><?xml version="1.0" encoding="utf-8"?>
<ds:datastoreItem xmlns:ds="http://schemas.openxmlformats.org/officeDocument/2006/customXml" ds:itemID="{B69ABF3A-B169-44F9-86AC-4E29FB2A260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Mini project 2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2025-10-25T14:07:46Z</dcterms:created>
  <dcterms:modified xsi:type="dcterms:W3CDTF">2025-11-04T09:25:38Z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2024-11-22T08:25:59</vt:lpwstr>
  </property>
  <property fmtid="{D5CDD505-2E9C-101B-9397-08002B2CF9AE}" pid="3" name="TemplafyTenantId">
    <vt:lpwstr>auoffice</vt:lpwstr>
  </property>
  <property fmtid="{D5CDD505-2E9C-101B-9397-08002B2CF9AE}" pid="4" name="TemplafyTemplateId">
    <vt:lpwstr>1054884838842826800</vt:lpwstr>
  </property>
  <property fmtid="{D5CDD505-2E9C-101B-9397-08002B2CF9AE}" pid="5" name="TemplafyUserProfileId">
    <vt:lpwstr>1208448259217163026</vt:lpwstr>
  </property>
  <property fmtid="{D5CDD505-2E9C-101B-9397-08002B2CF9AE}" pid="6" name="TemplafyLanguageCode">
    <vt:lpwstr>da-DK</vt:lpwstr>
  </property>
  <property fmtid="{D5CDD505-2E9C-101B-9397-08002B2CF9AE}" pid="7" name="TemplafyFromBlank">
    <vt:bool>true</vt:bool>
  </property>
</Properties>
</file>