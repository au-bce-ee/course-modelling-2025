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5"/>
  </p:sldMasterIdLst>
  <p:sldIdLst>
    <p:sldId id="256" r:id="rId6"/>
    <p:sldId id="257" r:id="rId7"/>
    <p:sldId id="258" r:id="rId8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25B4AA-5CBB-47D1-B372-F6BE6D514B88}" v="891" dt="2025-10-08T07:07:32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tags" Target="tags/tag1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63F7-EF8D-1442-2805-F90D13F7F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B73C6-4021-68D5-1099-5B1540F6C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FE5C-42F5-ED25-BFA5-92006F0FA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8D708-28BE-2B4D-76EA-65C5F9F1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89D1B-E6BF-1F61-350B-A416EBB7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9175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7F94-F949-C9D2-64CD-B62B7DC7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5FE4-1DC9-4259-BC3F-AAA35F553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BD69D-53F3-11C2-CD61-58145ADE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27DC1-FAE3-D580-F35F-401162D2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5CA33-9D26-98B6-E85B-DDD04508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120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BDCC-CCDE-89ED-215B-A5C7B94C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A45BD-B998-CDFD-1526-FDD92DF37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13C8F-2C17-07EA-C35A-A35FBFF6B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E90C3-7845-28AD-B4AB-4E25141A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ABC6B-8C7F-938E-F069-4B918234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47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22F3A-0938-B89E-F4AB-85FEE180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60B9D-3512-C97D-CC45-A43A179A5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026FA-4782-12C8-2CC1-2C7509451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9C04-0833-1C4B-D8A2-3712684F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AB21E-0157-D95F-9FCC-4B063351B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D5F7A-AE0A-B266-6D5F-8DCFAF7C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3900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F502-0597-DE6F-EFAA-91FE7CBC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B2D51-88C7-8166-7DF4-05B2412EE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D9031-D1F7-2CE0-3119-FE2D72314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84C981-6167-2D0E-C5BB-60431E345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FAC50-58D5-0FF1-CA9C-ADFF4B70C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834AD-3601-067D-72FB-6D29B190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6F7D6-4AD1-81C2-9724-6BD00205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19DA6-2F99-B552-267C-700E7BCB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6630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FD68-AAAD-B847-FEDE-8097587B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AE93F-DDAA-4DD3-F594-609BC950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BD2A4-363A-DAA0-622F-DD627BA8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6BABE-D66C-7F7F-7ABA-8A59FDD2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4500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D7050-3A86-DB26-84B4-1380B38A3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E70D8-9614-140C-81C8-4A5C6A3B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A678B-AC33-BD31-7B81-62828144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6859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7EB7-7A36-D8E2-02CC-749D8CB3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C83CD-C860-00EB-932A-D31384975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020D6-2495-A29C-DAC2-F0076F184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F7D8A-A545-AF69-94BF-B59A30103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4F846-93A0-440A-DF82-A698055FA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D9461-0EED-10DF-5196-A303CB95F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8450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58D1-A1EA-0634-FAC2-90E4D720A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24B92-4BA2-E8CE-A1AE-B26577865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59854-B0B7-287F-B832-2C9C0A998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E5A84-FE53-EC4F-4180-C28245FDB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90BC5-7018-2B6D-B9F7-2475E1AF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76DC6-615A-374B-A4E6-15D9BD75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879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04915-0AA5-88A7-550C-EDDA6626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7B0AC-256A-DD5C-1FB2-5A51ABFB7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13A8-DC61-DCAC-BADE-CE9BA1EE3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1CA6-2AA6-85A0-F736-1DE71D240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0E3D0-868A-15DA-2C55-94052974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509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D8FEF-8EEC-1D16-8F69-5FF3DA5EC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F4F87-CA82-C826-169C-6FB5E8F98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8FAE7-3CBB-7B80-6765-1E483D9B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F97FD-BF40-F2B8-A174-8202C552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56C77-356C-3228-9EE8-7AC8DFA4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3407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1813B5-2A41-5C27-B7E0-D603DEF4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43182-73AD-0D40-3DCC-23A18443D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19043-2191-16F3-BF2E-3BC4C2360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86069-5185-423F-843D-C2F3A033B90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4536C-B9BE-F920-FD20-E3C829D7C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E17EA-46F5-6E05-831C-C882CC57D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3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00E072-BA5B-7C41-ABE2-F3409CD172C2}"/>
              </a:ext>
            </a:extLst>
          </p:cNvPr>
          <p:cNvSpPr txBox="1"/>
          <p:nvPr/>
        </p:nvSpPr>
        <p:spPr>
          <a:xfrm>
            <a:off x="2933163" y="175764"/>
            <a:ext cx="3158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Algorithm</a:t>
            </a:r>
            <a:r>
              <a:rPr lang="da-DK" dirty="0"/>
              <a:t> for </a:t>
            </a:r>
            <a:r>
              <a:rPr lang="da-DK" dirty="0" err="1"/>
              <a:t>stability</a:t>
            </a:r>
            <a:r>
              <a:rPr lang="da-DK" dirty="0"/>
              <a:t> </a:t>
            </a:r>
            <a:r>
              <a:rPr lang="da-DK" dirty="0" err="1"/>
              <a:t>analysis</a:t>
            </a:r>
            <a:endParaRPr lang="da-DK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B2C1F5-FD0D-CB37-8405-4ADC484D6CE4}"/>
              </a:ext>
            </a:extLst>
          </p:cNvPr>
          <p:cNvSpPr/>
          <p:nvPr/>
        </p:nvSpPr>
        <p:spPr>
          <a:xfrm>
            <a:off x="3411413" y="900333"/>
            <a:ext cx="2250831" cy="6822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Is the system </a:t>
            </a:r>
            <a:r>
              <a:rPr lang="da-DK" dirty="0" err="1"/>
              <a:t>linear</a:t>
            </a:r>
            <a:r>
              <a:rPr lang="da-DK" dirty="0"/>
              <a:t>?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E8E452BD-B605-0A3E-DCB6-9EEE645F41C9}"/>
              </a:ext>
            </a:extLst>
          </p:cNvPr>
          <p:cNvCxnSpPr>
            <a:cxnSpLocks/>
            <a:stCxn id="5" idx="1"/>
            <a:endCxn id="21" idx="0"/>
          </p:cNvCxnSpPr>
          <p:nvPr/>
        </p:nvCxnSpPr>
        <p:spPr>
          <a:xfrm rot="10800000" flipV="1">
            <a:off x="2834643" y="1241474"/>
            <a:ext cx="576770" cy="183935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925DCEE-64EC-75BC-C5B5-D832287FB833}"/>
              </a:ext>
            </a:extLst>
          </p:cNvPr>
          <p:cNvSpPr txBox="1"/>
          <p:nvPr/>
        </p:nvSpPr>
        <p:spPr>
          <a:xfrm>
            <a:off x="2377384" y="886238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Yes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46417D-7678-2382-FE7E-11F9EB80D302}"/>
              </a:ext>
            </a:extLst>
          </p:cNvPr>
          <p:cNvSpPr txBox="1"/>
          <p:nvPr/>
        </p:nvSpPr>
        <p:spPr>
          <a:xfrm>
            <a:off x="6398399" y="886239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No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6F80A7FB-4E0A-E530-E89B-2A44126B3A68}"/>
              </a:ext>
            </a:extLst>
          </p:cNvPr>
          <p:cNvCxnSpPr>
            <a:stCxn id="5" idx="3"/>
          </p:cNvCxnSpPr>
          <p:nvPr/>
        </p:nvCxnSpPr>
        <p:spPr>
          <a:xfrm>
            <a:off x="5662244" y="1241475"/>
            <a:ext cx="1146517" cy="119223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36CC213-66B9-5466-3DD0-581CAA272E83}"/>
              </a:ext>
            </a:extLst>
          </p:cNvPr>
          <p:cNvSpPr/>
          <p:nvPr/>
        </p:nvSpPr>
        <p:spPr>
          <a:xfrm>
            <a:off x="4997545" y="2454813"/>
            <a:ext cx="3622431" cy="8897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Determine</a:t>
            </a:r>
            <a:r>
              <a:rPr lang="da-DK" dirty="0"/>
              <a:t> </a:t>
            </a:r>
            <a:r>
              <a:rPr lang="da-DK" dirty="0" err="1"/>
              <a:t>equilibrium</a:t>
            </a:r>
            <a:r>
              <a:rPr lang="da-DK" dirty="0"/>
              <a:t> points/ </a:t>
            </a:r>
            <a:r>
              <a:rPr lang="da-DK" dirty="0" err="1"/>
              <a:t>steady</a:t>
            </a:r>
            <a:r>
              <a:rPr lang="da-DK" dirty="0"/>
              <a:t> </a:t>
            </a:r>
            <a:r>
              <a:rPr lang="da-DK" dirty="0" err="1"/>
              <a:t>state</a:t>
            </a:r>
            <a:r>
              <a:rPr lang="da-DK" dirty="0"/>
              <a:t> point by </a:t>
            </a:r>
            <a:r>
              <a:rPr lang="da-DK" dirty="0" err="1"/>
              <a:t>solving</a:t>
            </a:r>
            <a:r>
              <a:rPr lang="da-DK" dirty="0"/>
              <a:t> </a:t>
            </a:r>
          </a:p>
          <a:p>
            <a:pPr algn="ctr"/>
            <a:r>
              <a:rPr lang="da-DK" dirty="0"/>
              <a:t>d</a:t>
            </a:r>
            <a:r>
              <a:rPr lang="da-DK" b="1" dirty="0"/>
              <a:t>u</a:t>
            </a:r>
            <a:r>
              <a:rPr lang="da-DK" dirty="0"/>
              <a:t>/</a:t>
            </a:r>
            <a:r>
              <a:rPr lang="da-DK" dirty="0" err="1"/>
              <a:t>dt</a:t>
            </a:r>
            <a:r>
              <a:rPr lang="da-DK" dirty="0"/>
              <a:t> = 0 (solution = </a:t>
            </a:r>
            <a:r>
              <a:rPr lang="da-DK" b="1" dirty="0"/>
              <a:t>u</a:t>
            </a:r>
            <a:r>
              <a:rPr lang="da-DK" dirty="0"/>
              <a:t>*)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29AB01-527A-F51F-C298-F92501E301A0}"/>
              </a:ext>
            </a:extLst>
          </p:cNvPr>
          <p:cNvSpPr txBox="1"/>
          <p:nvPr/>
        </p:nvSpPr>
        <p:spPr>
          <a:xfrm>
            <a:off x="8672729" y="2690392"/>
            <a:ext cx="2241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Use</a:t>
            </a:r>
            <a:r>
              <a:rPr lang="da-DK" dirty="0"/>
              <a:t> </a:t>
            </a:r>
            <a:r>
              <a:rPr lang="da-DK" dirty="0" err="1"/>
              <a:t>fsolve</a:t>
            </a:r>
            <a:r>
              <a:rPr lang="da-DK" dirty="0"/>
              <a:t> </a:t>
            </a:r>
          </a:p>
          <a:p>
            <a:r>
              <a:rPr lang="da-DK" dirty="0"/>
              <a:t>(se demos/fsolve.py)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88B3F66-BF8F-6A45-87BB-0CF2A43B30AC}"/>
              </a:ext>
            </a:extLst>
          </p:cNvPr>
          <p:cNvCxnSpPr>
            <a:stCxn id="12" idx="2"/>
          </p:cNvCxnSpPr>
          <p:nvPr/>
        </p:nvCxnSpPr>
        <p:spPr>
          <a:xfrm>
            <a:off x="6808761" y="3344594"/>
            <a:ext cx="0" cy="6224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17527D2-EA6B-7381-6DEC-6A91B5567001}"/>
              </a:ext>
            </a:extLst>
          </p:cNvPr>
          <p:cNvSpPr/>
          <p:nvPr/>
        </p:nvSpPr>
        <p:spPr>
          <a:xfrm>
            <a:off x="5050298" y="3967089"/>
            <a:ext cx="3622431" cy="8897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Calculate</a:t>
            </a:r>
            <a:r>
              <a:rPr lang="da-DK" dirty="0"/>
              <a:t> the </a:t>
            </a:r>
            <a:r>
              <a:rPr lang="da-DK" dirty="0" err="1"/>
              <a:t>jacobian</a:t>
            </a:r>
            <a:r>
              <a:rPr lang="da-DK" dirty="0"/>
              <a:t> matrix and </a:t>
            </a:r>
            <a:r>
              <a:rPr lang="da-DK" dirty="0" err="1"/>
              <a:t>evaluate</a:t>
            </a:r>
            <a:r>
              <a:rPr lang="da-DK" dirty="0"/>
              <a:t> at </a:t>
            </a:r>
            <a:r>
              <a:rPr lang="da-DK" dirty="0" err="1"/>
              <a:t>equilibrium</a:t>
            </a:r>
            <a:r>
              <a:rPr lang="da-DK" dirty="0"/>
              <a:t> points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823A5E-4F2C-13B4-889F-4628BB745BA3}"/>
              </a:ext>
            </a:extLst>
          </p:cNvPr>
          <p:cNvSpPr txBox="1"/>
          <p:nvPr/>
        </p:nvSpPr>
        <p:spPr>
          <a:xfrm>
            <a:off x="8672729" y="4151087"/>
            <a:ext cx="28898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Use</a:t>
            </a:r>
            <a:r>
              <a:rPr lang="da-DK" dirty="0"/>
              <a:t> </a:t>
            </a:r>
            <a:r>
              <a:rPr lang="da-DK" dirty="0" err="1"/>
              <a:t>numdifftools.Jacobian</a:t>
            </a:r>
            <a:r>
              <a:rPr lang="da-DK" dirty="0"/>
              <a:t> </a:t>
            </a:r>
          </a:p>
          <a:p>
            <a:r>
              <a:rPr lang="da-DK" dirty="0"/>
              <a:t>(se demos/jacobian.py)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A3206E9-7907-182D-0EA8-F7EC998308FF}"/>
              </a:ext>
            </a:extLst>
          </p:cNvPr>
          <p:cNvCxnSpPr/>
          <p:nvPr/>
        </p:nvCxnSpPr>
        <p:spPr>
          <a:xfrm>
            <a:off x="6808760" y="4856870"/>
            <a:ext cx="0" cy="6224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FA639D7D-F9AD-E7E9-0CFB-7089E598CA33}"/>
              </a:ext>
            </a:extLst>
          </p:cNvPr>
          <p:cNvSpPr/>
          <p:nvPr/>
        </p:nvSpPr>
        <p:spPr>
          <a:xfrm>
            <a:off x="5134704" y="5479370"/>
            <a:ext cx="3369212" cy="8897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Calculate</a:t>
            </a:r>
            <a:r>
              <a:rPr lang="da-DK" dirty="0"/>
              <a:t> </a:t>
            </a:r>
            <a:r>
              <a:rPr lang="da-DK" dirty="0" err="1"/>
              <a:t>eigenvalues</a:t>
            </a:r>
            <a:r>
              <a:rPr lang="da-DK" dirty="0"/>
              <a:t> of the  </a:t>
            </a:r>
            <a:r>
              <a:rPr lang="da-DK" dirty="0" err="1"/>
              <a:t>jacobian</a:t>
            </a:r>
            <a:r>
              <a:rPr lang="da-DK" dirty="0"/>
              <a:t> </a:t>
            </a:r>
            <a:r>
              <a:rPr lang="da-DK" dirty="0" err="1"/>
              <a:t>evaluated</a:t>
            </a:r>
            <a:r>
              <a:rPr lang="da-DK" dirty="0"/>
              <a:t> at </a:t>
            </a:r>
            <a:r>
              <a:rPr lang="da-DK" dirty="0" err="1"/>
              <a:t>equilibrium</a:t>
            </a:r>
            <a:r>
              <a:rPr lang="da-DK" dirty="0"/>
              <a:t> points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1EA3F7-CF97-9E65-6590-4C18CC71B7B0}"/>
              </a:ext>
            </a:extLst>
          </p:cNvPr>
          <p:cNvSpPr txBox="1"/>
          <p:nvPr/>
        </p:nvSpPr>
        <p:spPr>
          <a:xfrm>
            <a:off x="8672729" y="5671234"/>
            <a:ext cx="22647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Use</a:t>
            </a:r>
            <a:r>
              <a:rPr lang="da-DK" dirty="0"/>
              <a:t> </a:t>
            </a:r>
            <a:r>
              <a:rPr lang="da-DK" dirty="0" err="1"/>
              <a:t>np.linalg.eigvals</a:t>
            </a:r>
            <a:r>
              <a:rPr lang="da-DK" dirty="0"/>
              <a:t> </a:t>
            </a:r>
          </a:p>
          <a:p>
            <a:endParaRPr lang="da-DK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D45DC9-6F96-72A0-ADE7-CACA7C464265}"/>
              </a:ext>
            </a:extLst>
          </p:cNvPr>
          <p:cNvSpPr/>
          <p:nvPr/>
        </p:nvSpPr>
        <p:spPr>
          <a:xfrm>
            <a:off x="2110157" y="3080826"/>
            <a:ext cx="1448972" cy="7877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Construct</a:t>
            </a:r>
            <a:r>
              <a:rPr lang="da-DK" dirty="0"/>
              <a:t> the A matrix in </a:t>
            </a:r>
            <a:r>
              <a:rPr lang="da-DK" dirty="0" err="1"/>
              <a:t>d</a:t>
            </a:r>
            <a:r>
              <a:rPr lang="da-DK" b="1" dirty="0" err="1"/>
              <a:t>u</a:t>
            </a:r>
            <a:r>
              <a:rPr lang="da-DK" dirty="0" err="1"/>
              <a:t>dt</a:t>
            </a:r>
            <a:r>
              <a:rPr lang="da-DK" dirty="0"/>
              <a:t> = A</a:t>
            </a:r>
            <a:r>
              <a:rPr lang="da-DK" b="1" dirty="0"/>
              <a:t>u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5CC271F-AD01-3DD2-2612-B8E6AFBE22E9}"/>
              </a:ext>
            </a:extLst>
          </p:cNvPr>
          <p:cNvCxnSpPr/>
          <p:nvPr/>
        </p:nvCxnSpPr>
        <p:spPr>
          <a:xfrm>
            <a:off x="2834643" y="3917852"/>
            <a:ext cx="0" cy="6893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CD950E7-00F5-3005-E663-0A6BCADFFCED}"/>
              </a:ext>
            </a:extLst>
          </p:cNvPr>
          <p:cNvSpPr/>
          <p:nvPr/>
        </p:nvSpPr>
        <p:spPr>
          <a:xfrm>
            <a:off x="2141809" y="4607169"/>
            <a:ext cx="1448972" cy="7877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Calculate</a:t>
            </a:r>
            <a:r>
              <a:rPr lang="da-DK" dirty="0"/>
              <a:t> </a:t>
            </a:r>
            <a:r>
              <a:rPr lang="da-DK" dirty="0" err="1"/>
              <a:t>eigenvalues</a:t>
            </a:r>
            <a:r>
              <a:rPr lang="da-DK" dirty="0"/>
              <a:t> of A</a:t>
            </a:r>
            <a:endParaRPr lang="da-DK" b="1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CD1110F9-0FC1-E3D8-56EF-ACADE3D40C2B}"/>
              </a:ext>
            </a:extLst>
          </p:cNvPr>
          <p:cNvSpPr/>
          <p:nvPr/>
        </p:nvSpPr>
        <p:spPr>
          <a:xfrm>
            <a:off x="5289450" y="424213"/>
            <a:ext cx="3390314" cy="630864"/>
          </a:xfrm>
          <a:custGeom>
            <a:avLst/>
            <a:gdLst>
              <a:gd name="connsiteX0" fmla="*/ 0 w 3390314"/>
              <a:gd name="connsiteY0" fmla="*/ 630864 h 630864"/>
              <a:gd name="connsiteX1" fmla="*/ 1723292 w 3390314"/>
              <a:gd name="connsiteY1" fmla="*/ 11885 h 630864"/>
              <a:gd name="connsiteX2" fmla="*/ 3031587 w 3390314"/>
              <a:gd name="connsiteY2" fmla="*/ 229935 h 630864"/>
              <a:gd name="connsiteX3" fmla="*/ 3319975 w 3390314"/>
              <a:gd name="connsiteY3" fmla="*/ 314341 h 630864"/>
              <a:gd name="connsiteX4" fmla="*/ 3390314 w 3390314"/>
              <a:gd name="connsiteY4" fmla="*/ 349510 h 630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0314" h="630864">
                <a:moveTo>
                  <a:pt x="0" y="630864"/>
                </a:moveTo>
                <a:cubicBezTo>
                  <a:pt x="609014" y="354785"/>
                  <a:pt x="1218028" y="78706"/>
                  <a:pt x="1723292" y="11885"/>
                </a:cubicBezTo>
                <a:cubicBezTo>
                  <a:pt x="2228556" y="-54936"/>
                  <a:pt x="2765473" y="179526"/>
                  <a:pt x="3031587" y="229935"/>
                </a:cubicBezTo>
                <a:cubicBezTo>
                  <a:pt x="3297701" y="280344"/>
                  <a:pt x="3260187" y="294412"/>
                  <a:pt x="3319975" y="314341"/>
                </a:cubicBezTo>
                <a:cubicBezTo>
                  <a:pt x="3379763" y="334270"/>
                  <a:pt x="3385038" y="341890"/>
                  <a:pt x="3390314" y="349510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rgbClr val="FF0000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5DEFF69-2A7F-7586-D7E3-08840235D3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16" y="1198802"/>
            <a:ext cx="2198205" cy="86122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92DFC5E-1E9A-5D09-3058-0D11FE5943A0}"/>
              </a:ext>
            </a:extLst>
          </p:cNvPr>
          <p:cNvSpPr txBox="1"/>
          <p:nvPr/>
        </p:nvSpPr>
        <p:spPr>
          <a:xfrm>
            <a:off x="8230719" y="891022"/>
            <a:ext cx="27868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/>
              <a:t>dependent (</a:t>
            </a:r>
            <a:r>
              <a:rPr lang="da-DK" sz="1400" dirty="0" err="1"/>
              <a:t>state</a:t>
            </a:r>
            <a:r>
              <a:rPr lang="da-DK" sz="1400" dirty="0"/>
              <a:t>) variables must: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70FB77-71E9-20D1-7A2E-BAE98436BE7C}"/>
              </a:ext>
            </a:extLst>
          </p:cNvPr>
          <p:cNvSpPr txBox="1"/>
          <p:nvPr/>
        </p:nvSpPr>
        <p:spPr>
          <a:xfrm>
            <a:off x="8713507" y="598985"/>
            <a:ext cx="1511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 err="1">
                <a:solidFill>
                  <a:srgbClr val="FF0000"/>
                </a:solidFill>
              </a:rPr>
              <a:t>When</a:t>
            </a:r>
            <a:r>
              <a:rPr lang="da-DK" sz="1400" dirty="0">
                <a:solidFill>
                  <a:srgbClr val="FF0000"/>
                </a:solidFill>
              </a:rPr>
              <a:t> is it </a:t>
            </a:r>
            <a:r>
              <a:rPr lang="da-DK" sz="1400" dirty="0" err="1">
                <a:solidFill>
                  <a:srgbClr val="FF0000"/>
                </a:solidFill>
              </a:rPr>
              <a:t>linear</a:t>
            </a:r>
            <a:r>
              <a:rPr lang="da-DK" sz="14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6C3527-619D-E314-1D7A-EDEFA7EC08DD}"/>
              </a:ext>
            </a:extLst>
          </p:cNvPr>
          <p:cNvSpPr txBox="1"/>
          <p:nvPr/>
        </p:nvSpPr>
        <p:spPr>
          <a:xfrm>
            <a:off x="-15824" y="4816372"/>
            <a:ext cx="6094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 err="1"/>
              <a:t>Use</a:t>
            </a:r>
            <a:r>
              <a:rPr lang="da-DK" dirty="0"/>
              <a:t> </a:t>
            </a:r>
            <a:r>
              <a:rPr lang="da-DK" dirty="0" err="1"/>
              <a:t>np.linalg.eigvals</a:t>
            </a:r>
            <a:endParaRPr lang="da-DK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55D4BD-734F-5624-352C-55C2DADCAE54}"/>
              </a:ext>
            </a:extLst>
          </p:cNvPr>
          <p:cNvSpPr txBox="1"/>
          <p:nvPr/>
        </p:nvSpPr>
        <p:spPr>
          <a:xfrm>
            <a:off x="599555" y="3244334"/>
            <a:ext cx="1435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Use</a:t>
            </a:r>
            <a:r>
              <a:rPr lang="da-DK" dirty="0"/>
              <a:t> </a:t>
            </a:r>
            <a:r>
              <a:rPr lang="da-DK" dirty="0" err="1"/>
              <a:t>np.array</a:t>
            </a:r>
            <a:endParaRPr lang="da-DK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E6487B-3979-AC84-682C-7C5CB8B00145}"/>
              </a:ext>
            </a:extLst>
          </p:cNvPr>
          <p:cNvSpPr/>
          <p:nvPr/>
        </p:nvSpPr>
        <p:spPr>
          <a:xfrm>
            <a:off x="786063" y="5887453"/>
            <a:ext cx="3112169" cy="71016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Look up </a:t>
            </a:r>
            <a:r>
              <a:rPr lang="da-DK" dirty="0" err="1"/>
              <a:t>meaning</a:t>
            </a:r>
            <a:r>
              <a:rPr lang="da-DK" dirty="0"/>
              <a:t> of </a:t>
            </a:r>
            <a:r>
              <a:rPr lang="da-DK" dirty="0" err="1"/>
              <a:t>eigenvalues</a:t>
            </a:r>
            <a:endParaRPr lang="da-DK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E064A32-300D-2F7F-02FA-2473099C260E}"/>
              </a:ext>
            </a:extLst>
          </p:cNvPr>
          <p:cNvCxnSpPr>
            <a:stCxn id="24" idx="2"/>
            <a:endCxn id="2" idx="0"/>
          </p:cNvCxnSpPr>
          <p:nvPr/>
        </p:nvCxnSpPr>
        <p:spPr>
          <a:xfrm flipH="1">
            <a:off x="2342148" y="5394907"/>
            <a:ext cx="524147" cy="4925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CB4A12-A24C-23F2-24FF-04528B32B68B}"/>
              </a:ext>
            </a:extLst>
          </p:cNvPr>
          <p:cNvCxnSpPr>
            <a:stCxn id="19" idx="1"/>
            <a:endCxn id="2" idx="3"/>
          </p:cNvCxnSpPr>
          <p:nvPr/>
        </p:nvCxnSpPr>
        <p:spPr>
          <a:xfrm flipH="1">
            <a:off x="3898232" y="5924261"/>
            <a:ext cx="1236472" cy="3182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732982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0CD539-28F0-EE8D-FEAE-3CD3D36E1D00}"/>
                  </a:ext>
                </a:extLst>
              </p:cNvPr>
              <p:cNvSpPr txBox="1"/>
              <p:nvPr/>
            </p:nvSpPr>
            <p:spPr>
              <a:xfrm>
                <a:off x="536682" y="152795"/>
                <a:ext cx="10410093" cy="2876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2000" dirty="0"/>
                  <a:t>Extra hints to </a:t>
                </a:r>
                <a:r>
                  <a:rPr lang="da-DK" sz="2000" dirty="0" err="1"/>
                  <a:t>first</a:t>
                </a:r>
                <a:r>
                  <a:rPr lang="da-DK" sz="2000" dirty="0"/>
                  <a:t> </a:t>
                </a:r>
                <a:r>
                  <a:rPr lang="da-DK" sz="2000" dirty="0" err="1"/>
                  <a:t>exercises</a:t>
                </a:r>
                <a:r>
                  <a:rPr lang="da-DK" sz="2000" dirty="0"/>
                  <a:t> – </a:t>
                </a:r>
                <a:r>
                  <a:rPr lang="da-DK" sz="2000" dirty="0" err="1"/>
                  <a:t>you</a:t>
                </a:r>
                <a:r>
                  <a:rPr lang="da-DK" sz="2000" dirty="0"/>
                  <a:t> </a:t>
                </a:r>
                <a:r>
                  <a:rPr lang="da-DK" sz="2000" dirty="0" err="1"/>
                  <a:t>don’t</a:t>
                </a:r>
                <a:r>
                  <a:rPr lang="da-DK" sz="2000" dirty="0"/>
                  <a:t> </a:t>
                </a:r>
                <a:r>
                  <a:rPr lang="da-DK" sz="2000" dirty="0" err="1"/>
                  <a:t>need</a:t>
                </a:r>
                <a:r>
                  <a:rPr lang="da-DK" sz="2000" dirty="0"/>
                  <a:t> </a:t>
                </a:r>
                <a:r>
                  <a:rPr lang="da-DK" sz="2000" b="1" dirty="0" err="1"/>
                  <a:t>numdifftools</a:t>
                </a:r>
                <a:r>
                  <a:rPr lang="da-DK" sz="2000" dirty="0"/>
                  <a:t> for the </a:t>
                </a:r>
                <a:r>
                  <a:rPr lang="da-DK" sz="2000" dirty="0" err="1"/>
                  <a:t>first</a:t>
                </a:r>
                <a:r>
                  <a:rPr lang="da-DK" sz="2000" dirty="0"/>
                  <a:t> </a:t>
                </a:r>
                <a:r>
                  <a:rPr lang="da-DK" sz="2000" dirty="0" err="1"/>
                  <a:t>two</a:t>
                </a:r>
                <a:r>
                  <a:rPr lang="da-DK" sz="2000" dirty="0"/>
                  <a:t> </a:t>
                </a:r>
                <a:r>
                  <a:rPr lang="da-DK" sz="2000" dirty="0" err="1"/>
                  <a:t>exercises</a:t>
                </a:r>
                <a:r>
                  <a:rPr lang="da-DK" sz="2000" dirty="0"/>
                  <a:t>!  </a:t>
                </a:r>
              </a:p>
              <a:p>
                <a:endParaRPr lang="da-DK" dirty="0"/>
              </a:p>
              <a:p>
                <a:pPr marL="342900" indent="-342900">
                  <a:buAutoNum type="arabicPeriod"/>
                </a:pPr>
                <a:r>
                  <a:rPr lang="da-DK" dirty="0" err="1"/>
                  <a:t>What</a:t>
                </a:r>
                <a:r>
                  <a:rPr lang="da-DK" dirty="0"/>
                  <a:t> </a:t>
                </a:r>
                <a:r>
                  <a:rPr lang="da-DK" dirty="0" err="1"/>
                  <a:t>should</a:t>
                </a:r>
                <a:r>
                  <a:rPr lang="da-DK" dirty="0"/>
                  <a:t> k1 and k2 </a:t>
                </a:r>
                <a:r>
                  <a:rPr lang="da-DK" dirty="0" err="1"/>
                  <a:t>be</a:t>
                </a:r>
                <a:r>
                  <a:rPr lang="da-DK" dirty="0"/>
                  <a:t>? </a:t>
                </a:r>
                <a:r>
                  <a:rPr lang="da-DK" dirty="0" err="1"/>
                  <a:t>You</a:t>
                </a:r>
                <a:r>
                  <a:rPr lang="da-DK" dirty="0"/>
                  <a:t> </a:t>
                </a:r>
                <a:r>
                  <a:rPr lang="da-DK" dirty="0" err="1"/>
                  <a:t>can</a:t>
                </a:r>
                <a:r>
                  <a:rPr lang="da-DK" dirty="0"/>
                  <a:t> </a:t>
                </a:r>
                <a:r>
                  <a:rPr lang="da-DK" dirty="0" err="1"/>
                  <a:t>choose</a:t>
                </a:r>
                <a:r>
                  <a:rPr lang="da-DK" dirty="0"/>
                  <a:t> </a:t>
                </a:r>
                <a:r>
                  <a:rPr lang="da-DK" dirty="0" err="1"/>
                  <a:t>freely</a:t>
                </a:r>
                <a:r>
                  <a:rPr lang="da-DK" dirty="0"/>
                  <a:t>, </a:t>
                </a:r>
                <a:r>
                  <a:rPr lang="da-DK" dirty="0" err="1"/>
                  <a:t>will</a:t>
                </a:r>
                <a:r>
                  <a:rPr lang="da-DK" dirty="0"/>
                  <a:t> it </a:t>
                </a:r>
                <a:r>
                  <a:rPr lang="da-DK" dirty="0" err="1"/>
                  <a:t>affect</a:t>
                </a:r>
                <a:r>
                  <a:rPr lang="da-DK" dirty="0"/>
                  <a:t> the </a:t>
                </a:r>
                <a:r>
                  <a:rPr lang="da-DK" dirty="0" err="1"/>
                  <a:t>conclusion</a:t>
                </a:r>
                <a:r>
                  <a:rPr lang="da-DK" dirty="0"/>
                  <a:t> on </a:t>
                </a:r>
                <a:r>
                  <a:rPr lang="da-DK" dirty="0" err="1"/>
                  <a:t>stability</a:t>
                </a:r>
                <a:r>
                  <a:rPr lang="da-DK" dirty="0"/>
                  <a:t>? k1 and k2 </a:t>
                </a:r>
                <a:r>
                  <a:rPr lang="da-DK" dirty="0" err="1"/>
                  <a:t>are</a:t>
                </a:r>
                <a:r>
                  <a:rPr lang="da-DK" dirty="0"/>
                  <a:t> </a:t>
                </a:r>
                <a:r>
                  <a:rPr lang="da-DK" dirty="0" err="1"/>
                  <a:t>coefficients</a:t>
                </a:r>
                <a:r>
                  <a:rPr lang="da-DK" dirty="0"/>
                  <a:t> in front of </a:t>
                </a:r>
                <a:r>
                  <a:rPr lang="da-DK" dirty="0" err="1"/>
                  <a:t>state</a:t>
                </a:r>
                <a:r>
                  <a:rPr lang="da-DK" dirty="0"/>
                  <a:t> variables (so </a:t>
                </a:r>
                <a:r>
                  <a:rPr lang="da-DK" dirty="0" err="1"/>
                  <a:t>that</a:t>
                </a:r>
                <a:r>
                  <a:rPr lang="da-DK" dirty="0"/>
                  <a:t> </a:t>
                </a:r>
                <a:r>
                  <a:rPr lang="da-DK" dirty="0" err="1"/>
                  <a:t>should</a:t>
                </a:r>
                <a:r>
                  <a:rPr lang="da-DK" dirty="0"/>
                  <a:t> </a:t>
                </a:r>
                <a:r>
                  <a:rPr lang="da-DK" dirty="0" err="1"/>
                  <a:t>be</a:t>
                </a:r>
                <a:r>
                  <a:rPr lang="da-DK" dirty="0"/>
                  <a:t> </a:t>
                </a:r>
                <a:r>
                  <a:rPr lang="da-DK" dirty="0" err="1"/>
                  <a:t>reflected</a:t>
                </a:r>
                <a:r>
                  <a:rPr lang="da-DK" dirty="0"/>
                  <a:t> in the A matrix).</a:t>
                </a:r>
              </a:p>
              <a:p>
                <a:pPr marL="342900" indent="-342900">
                  <a:buAutoNum type="arabicPeriod"/>
                </a:pPr>
                <a:endParaRPr lang="da-DK" dirty="0"/>
              </a:p>
              <a:p>
                <a:pPr marL="342900" indent="-342900">
                  <a:buAutoNum type="arabicPeriod"/>
                </a:pPr>
                <a:endParaRPr lang="da-DK" dirty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da-DK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da-DK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𝐷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p>
                          <m:sSupPr>
                            <m:ctrlP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da-DK" dirty="0"/>
                  <a:t> . Is it </a:t>
                </a:r>
                <a:r>
                  <a:rPr lang="da-DK" dirty="0" err="1"/>
                  <a:t>linear</a:t>
                </a:r>
                <a:r>
                  <a:rPr lang="da-DK" dirty="0"/>
                  <a:t>? </a:t>
                </a:r>
                <a:r>
                  <a:rPr lang="da-DK" dirty="0" err="1"/>
                  <a:t>Instead</a:t>
                </a:r>
                <a:r>
                  <a:rPr lang="da-DK" dirty="0"/>
                  <a:t> of </a:t>
                </a:r>
                <a:r>
                  <a:rPr lang="da-DK" i="1" dirty="0"/>
                  <a:t>i , </a:t>
                </a:r>
                <a:r>
                  <a:rPr lang="da-DK" dirty="0" err="1"/>
                  <a:t>select</a:t>
                </a:r>
                <a:r>
                  <a:rPr lang="da-DK" dirty="0"/>
                  <a:t> </a:t>
                </a:r>
                <a:r>
                  <a:rPr lang="da-DK" dirty="0" err="1"/>
                  <a:t>some</a:t>
                </a:r>
                <a:r>
                  <a:rPr lang="da-DK" dirty="0"/>
                  <a:t> </a:t>
                </a:r>
                <a:r>
                  <a:rPr lang="da-DK" dirty="0" err="1"/>
                  <a:t>interior</a:t>
                </a:r>
                <a:r>
                  <a:rPr lang="da-DK" dirty="0"/>
                  <a:t> node </a:t>
                </a:r>
                <a:r>
                  <a:rPr lang="da-DK" dirty="0" err="1"/>
                  <a:t>that</a:t>
                </a:r>
                <a:r>
                  <a:rPr lang="da-DK" dirty="0"/>
                  <a:t> is </a:t>
                </a:r>
                <a:r>
                  <a:rPr lang="da-DK" i="1" dirty="0"/>
                  <a:t>i</a:t>
                </a:r>
                <a:r>
                  <a:rPr lang="da-DK" dirty="0"/>
                  <a:t> to </a:t>
                </a:r>
                <a:r>
                  <a:rPr lang="da-DK" dirty="0" err="1"/>
                  <a:t>make</a:t>
                </a:r>
                <a:r>
                  <a:rPr lang="da-DK" dirty="0"/>
                  <a:t> it </a:t>
                </a:r>
                <a:r>
                  <a:rPr lang="da-DK" dirty="0" err="1"/>
                  <a:t>concrete</a:t>
                </a:r>
                <a:r>
                  <a:rPr lang="da-DK" dirty="0"/>
                  <a:t> for </a:t>
                </a:r>
                <a:r>
                  <a:rPr lang="da-DK" dirty="0" err="1"/>
                  <a:t>you</a:t>
                </a:r>
                <a:r>
                  <a:rPr lang="da-DK" dirty="0"/>
                  <a:t>. The ODE in position </a:t>
                </a:r>
                <a:r>
                  <a:rPr lang="da-DK" i="1" dirty="0"/>
                  <a:t>i</a:t>
                </a:r>
                <a:r>
                  <a:rPr lang="da-DK" dirty="0"/>
                  <a:t> </a:t>
                </a:r>
                <a:r>
                  <a:rPr lang="da-DK" dirty="0" err="1"/>
                  <a:t>depends</a:t>
                </a:r>
                <a:r>
                  <a:rPr lang="da-DK" dirty="0"/>
                  <a:t> on nodes to the </a:t>
                </a:r>
                <a:r>
                  <a:rPr lang="da-DK" dirty="0" err="1"/>
                  <a:t>left</a:t>
                </a:r>
                <a:r>
                  <a:rPr lang="da-DK" dirty="0"/>
                  <a:t> and right. So </a:t>
                </a:r>
                <a:r>
                  <a:rPr lang="da-DK" dirty="0" err="1"/>
                  <a:t>you</a:t>
                </a:r>
                <a:r>
                  <a:rPr lang="da-DK" dirty="0"/>
                  <a:t> have </a:t>
                </a:r>
                <a:r>
                  <a:rPr lang="da-DK" dirty="0" err="1"/>
                  <a:t>three</a:t>
                </a:r>
                <a:r>
                  <a:rPr lang="da-DK" dirty="0"/>
                  <a:t> </a:t>
                </a:r>
                <a:r>
                  <a:rPr lang="da-DK" dirty="0" err="1"/>
                  <a:t>state</a:t>
                </a:r>
                <a:r>
                  <a:rPr lang="da-DK" dirty="0"/>
                  <a:t> variables </a:t>
                </a:r>
                <a:r>
                  <a:rPr lang="da-DK" dirty="0" err="1"/>
                  <a:t>that</a:t>
                </a:r>
                <a:r>
                  <a:rPr lang="da-DK" dirty="0"/>
                  <a:t> </a:t>
                </a:r>
                <a:r>
                  <a:rPr lang="da-DK" dirty="0" err="1"/>
                  <a:t>describe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da-DK" dirty="0"/>
                  <a:t>.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0CD539-28F0-EE8D-FEAE-3CD3D36E1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682" y="152795"/>
                <a:ext cx="10410093" cy="2876557"/>
              </a:xfrm>
              <a:prstGeom prst="rect">
                <a:avLst/>
              </a:prstGeom>
              <a:blipFill>
                <a:blip r:embed="rId2"/>
                <a:stretch>
                  <a:fillRect l="-585" t="-1059" r="-878" b="-63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520E02CC-7D1F-D216-AAE5-DF22F46B16EB}"/>
              </a:ext>
            </a:extLst>
          </p:cNvPr>
          <p:cNvGrpSpPr/>
          <p:nvPr/>
        </p:nvGrpSpPr>
        <p:grpSpPr>
          <a:xfrm>
            <a:off x="536682" y="3599595"/>
            <a:ext cx="4992854" cy="1447409"/>
            <a:chOff x="4334256" y="2026827"/>
            <a:chExt cx="4992854" cy="1447409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DDBD693-0187-3E7B-36C4-C869420CE212}"/>
                </a:ext>
              </a:extLst>
            </p:cNvPr>
            <p:cNvCxnSpPr>
              <a:cxnSpLocks/>
            </p:cNvCxnSpPr>
            <p:nvPr/>
          </p:nvCxnSpPr>
          <p:spPr>
            <a:xfrm>
              <a:off x="4901184" y="2505456"/>
              <a:ext cx="378561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00100D0-3E35-27A6-AE02-415930593347}"/>
                </a:ext>
              </a:extLst>
            </p:cNvPr>
            <p:cNvSpPr txBox="1"/>
            <p:nvPr/>
          </p:nvSpPr>
          <p:spPr>
            <a:xfrm>
              <a:off x="8972938" y="2317742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x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AA77A0B-7CA2-4E58-1543-F72BBEE4C234}"/>
                </a:ext>
              </a:extLst>
            </p:cNvPr>
            <p:cNvCxnSpPr/>
            <p:nvPr/>
          </p:nvCxnSpPr>
          <p:spPr>
            <a:xfrm>
              <a:off x="4901184" y="2450592"/>
              <a:ext cx="0" cy="10972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1B39E05-21DA-F188-1FAC-6B9CCDA1E1E5}"/>
                </a:ext>
              </a:extLst>
            </p:cNvPr>
            <p:cNvCxnSpPr/>
            <p:nvPr/>
          </p:nvCxnSpPr>
          <p:spPr>
            <a:xfrm>
              <a:off x="5474208" y="2447544"/>
              <a:ext cx="0" cy="10972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5D0CFE0-C931-E986-DB56-08AEC245766E}"/>
                </a:ext>
              </a:extLst>
            </p:cNvPr>
            <p:cNvCxnSpPr/>
            <p:nvPr/>
          </p:nvCxnSpPr>
          <p:spPr>
            <a:xfrm>
              <a:off x="6050280" y="2447544"/>
              <a:ext cx="0" cy="10972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64D7C25-BE91-9971-4647-F09128669336}"/>
                </a:ext>
              </a:extLst>
            </p:cNvPr>
            <p:cNvCxnSpPr/>
            <p:nvPr/>
          </p:nvCxnSpPr>
          <p:spPr>
            <a:xfrm>
              <a:off x="6598920" y="2447544"/>
              <a:ext cx="0" cy="10972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530C76A-1224-3E47-CBAA-E9DF748A7F3E}"/>
                </a:ext>
              </a:extLst>
            </p:cNvPr>
            <p:cNvCxnSpPr/>
            <p:nvPr/>
          </p:nvCxnSpPr>
          <p:spPr>
            <a:xfrm>
              <a:off x="7129272" y="2447544"/>
              <a:ext cx="0" cy="10972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EE2AFF4-01F9-98F1-7A9D-656B94AED6DA}"/>
                </a:ext>
              </a:extLst>
            </p:cNvPr>
            <p:cNvCxnSpPr/>
            <p:nvPr/>
          </p:nvCxnSpPr>
          <p:spPr>
            <a:xfrm>
              <a:off x="7641336" y="2447544"/>
              <a:ext cx="0" cy="10972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39A8E1F-1E65-5FE6-699C-F548FE857F1E}"/>
                </a:ext>
              </a:extLst>
            </p:cNvPr>
            <p:cNvCxnSpPr/>
            <p:nvPr/>
          </p:nvCxnSpPr>
          <p:spPr>
            <a:xfrm>
              <a:off x="8171688" y="2450592"/>
              <a:ext cx="0" cy="10972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EC35241-5648-691D-B013-6059806BA20C}"/>
                </a:ext>
              </a:extLst>
            </p:cNvPr>
            <p:cNvCxnSpPr/>
            <p:nvPr/>
          </p:nvCxnSpPr>
          <p:spPr>
            <a:xfrm>
              <a:off x="8686800" y="2447544"/>
              <a:ext cx="0" cy="10972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1602AE0-F868-7782-BD08-C6EE487A25BD}"/>
                </a:ext>
              </a:extLst>
            </p:cNvPr>
            <p:cNvSpPr txBox="1"/>
            <p:nvPr/>
          </p:nvSpPr>
          <p:spPr>
            <a:xfrm>
              <a:off x="4334256" y="2789126"/>
              <a:ext cx="10358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BC node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8F20281-46BB-5428-9EA6-FDC4BC3C643A}"/>
                </a:ext>
              </a:extLst>
            </p:cNvPr>
            <p:cNvSpPr txBox="1"/>
            <p:nvPr/>
          </p:nvSpPr>
          <p:spPr>
            <a:xfrm>
              <a:off x="8262807" y="2804311"/>
              <a:ext cx="10358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BC node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DDE2CE8-2612-E836-DA60-7477F5B19235}"/>
                </a:ext>
              </a:extLst>
            </p:cNvPr>
            <p:cNvSpPr txBox="1"/>
            <p:nvPr/>
          </p:nvSpPr>
          <p:spPr>
            <a:xfrm>
              <a:off x="6080111" y="3104904"/>
              <a:ext cx="1560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 err="1"/>
                <a:t>interior</a:t>
              </a:r>
              <a:r>
                <a:rPr lang="da-DK" dirty="0"/>
                <a:t> nodes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3E59D99-1F7B-1775-B4E9-A493F7D540AF}"/>
                </a:ext>
              </a:extLst>
            </p:cNvPr>
            <p:cNvCxnSpPr>
              <a:stCxn id="18" idx="0"/>
            </p:cNvCxnSpPr>
            <p:nvPr/>
          </p:nvCxnSpPr>
          <p:spPr>
            <a:xfrm flipV="1">
              <a:off x="4852187" y="2557272"/>
              <a:ext cx="48997" cy="23185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E3184AD-8EAE-A7B6-289C-82B034093A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86800" y="2622694"/>
              <a:ext cx="0" cy="2106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E70E304-ADD7-1405-C9FA-75818D337E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01498" y="2596804"/>
              <a:ext cx="1097422" cy="56165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AD175B8-831A-C1DD-CFA4-9C71517965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36243" y="2606501"/>
              <a:ext cx="627003" cy="5412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7179576-AE8F-8CCB-0400-DC7877C551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8920" y="2635292"/>
              <a:ext cx="119804" cy="45991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CABFFCA-5940-1344-7C08-DEA84C8429BF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flipV="1">
              <a:off x="6860357" y="2606501"/>
              <a:ext cx="266904" cy="4984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3C4415B-E7A5-BE0C-0645-ED7822C152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33241" y="2602167"/>
              <a:ext cx="603483" cy="5027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396FD4A-F050-87F5-A3EF-206D5661D1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0145" y="2579979"/>
              <a:ext cx="863091" cy="5494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994B119-A836-B03B-002A-7B64C8361133}"/>
                </a:ext>
              </a:extLst>
            </p:cNvPr>
            <p:cNvSpPr txBox="1"/>
            <p:nvPr/>
          </p:nvSpPr>
          <p:spPr>
            <a:xfrm>
              <a:off x="4735257" y="2026827"/>
              <a:ext cx="2560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C20BF0C-3F60-3274-F8CB-83A24CAE6828}"/>
                </a:ext>
              </a:extLst>
            </p:cNvPr>
            <p:cNvSpPr txBox="1"/>
            <p:nvPr/>
          </p:nvSpPr>
          <p:spPr>
            <a:xfrm>
              <a:off x="5331645" y="2026827"/>
              <a:ext cx="2560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89DFF2E-7143-DC91-F8B8-7447C4B8022E}"/>
                </a:ext>
              </a:extLst>
            </p:cNvPr>
            <p:cNvSpPr txBox="1"/>
            <p:nvPr/>
          </p:nvSpPr>
          <p:spPr>
            <a:xfrm>
              <a:off x="5873812" y="2026827"/>
              <a:ext cx="2560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2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BD2C4AB-9BAC-BA14-659E-2603A08CE1A3}"/>
                </a:ext>
              </a:extLst>
            </p:cNvPr>
            <p:cNvSpPr txBox="1"/>
            <p:nvPr/>
          </p:nvSpPr>
          <p:spPr>
            <a:xfrm>
              <a:off x="6427888" y="2026827"/>
              <a:ext cx="2560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3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E191953-BDAE-4093-8BFE-3C38C7D9908F}"/>
                </a:ext>
              </a:extLst>
            </p:cNvPr>
            <p:cNvSpPr txBox="1"/>
            <p:nvPr/>
          </p:nvSpPr>
          <p:spPr>
            <a:xfrm>
              <a:off x="6976103" y="2026827"/>
              <a:ext cx="2560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4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CE82244-B0C6-3E65-5FB1-1836B0D45B2D}"/>
                </a:ext>
              </a:extLst>
            </p:cNvPr>
            <p:cNvSpPr txBox="1"/>
            <p:nvPr/>
          </p:nvSpPr>
          <p:spPr>
            <a:xfrm>
              <a:off x="7485167" y="2026827"/>
              <a:ext cx="812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5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4F6985C-74B7-0293-B77A-650CBB8C0322}"/>
                </a:ext>
              </a:extLst>
            </p:cNvPr>
            <p:cNvSpPr txBox="1"/>
            <p:nvPr/>
          </p:nvSpPr>
          <p:spPr>
            <a:xfrm>
              <a:off x="8015519" y="2026827"/>
              <a:ext cx="812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6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F02501A-FEDB-0E07-5E4B-5CDEC92DDE03}"/>
                </a:ext>
              </a:extLst>
            </p:cNvPr>
            <p:cNvSpPr txBox="1"/>
            <p:nvPr/>
          </p:nvSpPr>
          <p:spPr>
            <a:xfrm>
              <a:off x="8514318" y="2026827"/>
              <a:ext cx="812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7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FBE44D14-F156-FC3E-5570-B36ACD88970B}"/>
              </a:ext>
            </a:extLst>
          </p:cNvPr>
          <p:cNvSpPr txBox="1"/>
          <p:nvPr/>
        </p:nvSpPr>
        <p:spPr>
          <a:xfrm>
            <a:off x="2667822" y="3258405"/>
            <a:ext cx="2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i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7374194-12F3-3DF6-9A0A-5A6CFF7AC19F}"/>
              </a:ext>
            </a:extLst>
          </p:cNvPr>
          <p:cNvSpPr txBox="1"/>
          <p:nvPr/>
        </p:nvSpPr>
        <p:spPr>
          <a:xfrm>
            <a:off x="3123349" y="3258405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i+1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1D5F9B-F26A-A184-D7FE-E7ADEDC2B76A}"/>
              </a:ext>
            </a:extLst>
          </p:cNvPr>
          <p:cNvSpPr txBox="1"/>
          <p:nvPr/>
        </p:nvSpPr>
        <p:spPr>
          <a:xfrm>
            <a:off x="1995327" y="3245595"/>
            <a:ext cx="423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i-1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9A78A67-2DF6-A17F-05DC-342DB46ABE53}"/>
              </a:ext>
            </a:extLst>
          </p:cNvPr>
          <p:cNvCxnSpPr/>
          <p:nvPr/>
        </p:nvCxnSpPr>
        <p:spPr>
          <a:xfrm>
            <a:off x="5967798" y="4259842"/>
            <a:ext cx="10911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08E7866-C4AD-2E5B-B33D-0E20F3521B6B}"/>
              </a:ext>
            </a:extLst>
          </p:cNvPr>
          <p:cNvSpPr txBox="1"/>
          <p:nvPr/>
        </p:nvSpPr>
        <p:spPr>
          <a:xfrm>
            <a:off x="7524844" y="2497821"/>
            <a:ext cx="3994954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9900" dirty="0"/>
              <a:t> [   ]</a:t>
            </a:r>
            <a:endParaRPr lang="da-DK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9596DC5-26B8-7BBF-F434-3C95E8938D03}"/>
              </a:ext>
            </a:extLst>
          </p:cNvPr>
          <p:cNvSpPr txBox="1"/>
          <p:nvPr/>
        </p:nvSpPr>
        <p:spPr>
          <a:xfrm>
            <a:off x="7241372" y="3422434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du2dt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58EF91-2C61-EDF9-BBD8-04A49B91E568}"/>
              </a:ext>
            </a:extLst>
          </p:cNvPr>
          <p:cNvSpPr txBox="1"/>
          <p:nvPr/>
        </p:nvSpPr>
        <p:spPr>
          <a:xfrm>
            <a:off x="7245493" y="4054457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du3dt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8AD4507-EF1E-8379-A591-2CCD11880AE6}"/>
              </a:ext>
            </a:extLst>
          </p:cNvPr>
          <p:cNvSpPr txBox="1"/>
          <p:nvPr/>
        </p:nvSpPr>
        <p:spPr>
          <a:xfrm>
            <a:off x="7241371" y="4698740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du4dt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1249D3C-3738-70B4-5D7E-4E5651956C49}"/>
              </a:ext>
            </a:extLst>
          </p:cNvPr>
          <p:cNvSpPr txBox="1"/>
          <p:nvPr/>
        </p:nvSpPr>
        <p:spPr>
          <a:xfrm>
            <a:off x="8540310" y="2741507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u2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2A04346-9C64-A32D-CD1A-1B7C77B6EA10}"/>
              </a:ext>
            </a:extLst>
          </p:cNvPr>
          <p:cNvSpPr txBox="1"/>
          <p:nvPr/>
        </p:nvSpPr>
        <p:spPr>
          <a:xfrm>
            <a:off x="9304152" y="2741507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u3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F60A925-A711-830F-350E-26CFE562E4EC}"/>
              </a:ext>
            </a:extLst>
          </p:cNvPr>
          <p:cNvSpPr txBox="1"/>
          <p:nvPr/>
        </p:nvSpPr>
        <p:spPr>
          <a:xfrm>
            <a:off x="10067994" y="2741507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u4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3097381-A99B-1374-2D14-2A87A2B58926}"/>
              </a:ext>
            </a:extLst>
          </p:cNvPr>
          <p:cNvSpPr txBox="1"/>
          <p:nvPr/>
        </p:nvSpPr>
        <p:spPr>
          <a:xfrm>
            <a:off x="536682" y="5408058"/>
            <a:ext cx="11475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3. </a:t>
            </a:r>
            <a:r>
              <a:rPr lang="da-DK" dirty="0" err="1"/>
              <a:t>There</a:t>
            </a:r>
            <a:r>
              <a:rPr lang="da-DK" dirty="0"/>
              <a:t> is </a:t>
            </a:r>
            <a:r>
              <a:rPr lang="da-DK" dirty="0" err="1"/>
              <a:t>two</a:t>
            </a:r>
            <a:r>
              <a:rPr lang="da-DK" dirty="0"/>
              <a:t> </a:t>
            </a:r>
            <a:r>
              <a:rPr lang="da-DK" dirty="0" err="1"/>
              <a:t>equilibrium</a:t>
            </a:r>
            <a:r>
              <a:rPr lang="da-DK" dirty="0"/>
              <a:t> points </a:t>
            </a:r>
            <a:r>
              <a:rPr lang="da-DK" dirty="0" err="1"/>
              <a:t>here</a:t>
            </a:r>
            <a:r>
              <a:rPr lang="da-DK" dirty="0"/>
              <a:t> (</a:t>
            </a:r>
            <a:r>
              <a:rPr lang="da-DK" dirty="0" err="1"/>
              <a:t>see</a:t>
            </a:r>
            <a:r>
              <a:rPr lang="da-DK" dirty="0"/>
              <a:t> ”demos/fsolve.py” on </a:t>
            </a:r>
            <a:r>
              <a:rPr lang="da-DK" dirty="0" err="1"/>
              <a:t>how</a:t>
            </a:r>
            <a:r>
              <a:rPr lang="da-DK" dirty="0"/>
              <a:t> to find </a:t>
            </a:r>
            <a:r>
              <a:rPr lang="da-DK" dirty="0" err="1"/>
              <a:t>them</a:t>
            </a:r>
            <a:r>
              <a:rPr lang="da-DK" dirty="0"/>
              <a:t>). The </a:t>
            </a:r>
            <a:r>
              <a:rPr lang="da-DK" dirty="0" err="1"/>
              <a:t>interesting</a:t>
            </a:r>
            <a:r>
              <a:rPr lang="da-DK" dirty="0"/>
              <a:t> </a:t>
            </a:r>
            <a:r>
              <a:rPr lang="da-DK" dirty="0" err="1"/>
              <a:t>one</a:t>
            </a:r>
            <a:r>
              <a:rPr lang="da-DK" dirty="0"/>
              <a:t> is NOT [0,0]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F01EFFC-EB52-F877-E272-421BC31AFCB8}"/>
              </a:ext>
            </a:extLst>
          </p:cNvPr>
          <p:cNvSpPr txBox="1"/>
          <p:nvPr/>
        </p:nvSpPr>
        <p:spPr>
          <a:xfrm>
            <a:off x="536682" y="5781602"/>
            <a:ext cx="629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4. Look in </a:t>
            </a:r>
            <a:r>
              <a:rPr lang="da-DK" dirty="0" err="1"/>
              <a:t>stability</a:t>
            </a:r>
            <a:r>
              <a:rPr lang="da-DK" dirty="0"/>
              <a:t>  </a:t>
            </a:r>
            <a:r>
              <a:rPr lang="da-DK" dirty="0" err="1"/>
              <a:t>scheme</a:t>
            </a:r>
            <a:r>
              <a:rPr lang="da-DK" dirty="0"/>
              <a:t> from last </a:t>
            </a:r>
            <a:r>
              <a:rPr lang="da-DK" dirty="0" err="1"/>
              <a:t>lecture</a:t>
            </a:r>
            <a:r>
              <a:rPr lang="da-DK" dirty="0"/>
              <a:t> slides (last slide)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7F8EA70-AE09-7850-FF10-10AC2EABD265}"/>
                  </a:ext>
                </a:extLst>
              </p:cNvPr>
              <p:cNvSpPr txBox="1"/>
              <p:nvPr/>
            </p:nvSpPr>
            <p:spPr>
              <a:xfrm>
                <a:off x="542232" y="6210710"/>
                <a:ext cx="6637138" cy="4981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dirty="0"/>
                  <a:t>5. </a:t>
                </a:r>
                <a:r>
                  <a:rPr lang="da-DK" dirty="0" err="1"/>
                  <a:t>Recall</a:t>
                </a:r>
                <a:r>
                  <a:rPr lang="da-DK" dirty="0"/>
                  <a:t> </a:t>
                </a:r>
                <a:r>
                  <a:rPr lang="da-DK" dirty="0" err="1"/>
                  <a:t>that</a:t>
                </a:r>
                <a:r>
                  <a:rPr lang="da-DK" dirty="0"/>
                  <a:t> </a:t>
                </a:r>
                <a:r>
                  <a:rPr lang="da-DK" dirty="0" err="1"/>
                  <a:t>explicit</a:t>
                </a:r>
                <a:r>
                  <a:rPr lang="da-DK" dirty="0"/>
                  <a:t> </a:t>
                </a:r>
                <a:r>
                  <a:rPr lang="da-DK" dirty="0" err="1"/>
                  <a:t>euler</a:t>
                </a:r>
                <a:r>
                  <a:rPr lang="da-DK" dirty="0"/>
                  <a:t> </a:t>
                </a:r>
                <a:r>
                  <a:rPr lang="da-DK" dirty="0" err="1"/>
                  <a:t>formula</a:t>
                </a:r>
                <a:r>
                  <a:rPr lang="da-DK" dirty="0"/>
                  <a:t> is: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b="0" i="0" smtClean="0">
                        <a:latin typeface="Cambria Math" panose="02040503050406030204" pitchFamily="18" charset="0"/>
                      </a:rPr>
                      <m:t>y</m:t>
                    </m:r>
                    <m:d>
                      <m:dPr>
                        <m:begChr m:val="["/>
                        <m:endChr m:val="]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 ∙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da-DK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7F8EA70-AE09-7850-FF10-10AC2EABD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232" y="6210710"/>
                <a:ext cx="6637138" cy="498150"/>
              </a:xfrm>
              <a:prstGeom prst="rect">
                <a:avLst/>
              </a:prstGeom>
              <a:blipFill>
                <a:blip r:embed="rId3"/>
                <a:stretch>
                  <a:fillRect l="-826" b="-853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894946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7197-72E4-D90C-B42A-937BD2C92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776" y="-310896"/>
            <a:ext cx="10515600" cy="1325563"/>
          </a:xfrm>
        </p:spPr>
        <p:txBody>
          <a:bodyPr/>
          <a:lstStyle/>
          <a:p>
            <a:r>
              <a:rPr lang="da-DK" dirty="0" err="1"/>
              <a:t>Spyder</a:t>
            </a:r>
            <a:r>
              <a:rPr lang="da-DK" dirty="0"/>
              <a:t>: </a:t>
            </a:r>
            <a:r>
              <a:rPr lang="da-DK" dirty="0" err="1"/>
              <a:t>numdifftools</a:t>
            </a:r>
            <a:r>
              <a:rPr lang="da-DK" dirty="0"/>
              <a:t> not </a:t>
            </a:r>
            <a:r>
              <a:rPr lang="da-DK" dirty="0" err="1"/>
              <a:t>installed</a:t>
            </a:r>
            <a:r>
              <a:rPr lang="da-DK" dirty="0"/>
              <a:t>!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9DCC7E-45B7-9AA4-71AE-6013FE0AC7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4464" y="1149274"/>
            <a:ext cx="10469436" cy="6382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0F98C2-A842-200C-8B84-89C301A61E0C}"/>
              </a:ext>
            </a:extLst>
          </p:cNvPr>
          <p:cNvSpPr txBox="1"/>
          <p:nvPr/>
        </p:nvSpPr>
        <p:spPr>
          <a:xfrm>
            <a:off x="554736" y="629984"/>
            <a:ext cx="2284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In </a:t>
            </a:r>
            <a:r>
              <a:rPr lang="da-DK" dirty="0" err="1"/>
              <a:t>command</a:t>
            </a:r>
            <a:r>
              <a:rPr lang="da-DK" dirty="0"/>
              <a:t> prompt: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796EDE-3467-297C-6815-5511A7E30E04}"/>
              </a:ext>
            </a:extLst>
          </p:cNvPr>
          <p:cNvSpPr/>
          <p:nvPr/>
        </p:nvSpPr>
        <p:spPr>
          <a:xfrm>
            <a:off x="4645152" y="1353312"/>
            <a:ext cx="4946904" cy="2560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95487D-BA2C-00A5-5585-BE64CAFF783A}"/>
              </a:ext>
            </a:extLst>
          </p:cNvPr>
          <p:cNvCxnSpPr/>
          <p:nvPr/>
        </p:nvCxnSpPr>
        <p:spPr>
          <a:xfrm flipV="1">
            <a:off x="7118604" y="1673352"/>
            <a:ext cx="0" cy="9052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B63B6F-A7DF-9C52-9CCE-4EA5527CA4BF}"/>
              </a:ext>
            </a:extLst>
          </p:cNvPr>
          <p:cNvSpPr txBox="1"/>
          <p:nvPr/>
        </p:nvSpPr>
        <p:spPr>
          <a:xfrm>
            <a:off x="4422648" y="2578608"/>
            <a:ext cx="5673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Install</a:t>
            </a:r>
            <a:r>
              <a:rPr lang="da-DK" dirty="0"/>
              <a:t> location </a:t>
            </a:r>
            <a:r>
              <a:rPr lang="da-DK" dirty="0" err="1"/>
              <a:t>needs</a:t>
            </a:r>
            <a:r>
              <a:rPr lang="da-DK" dirty="0"/>
              <a:t> to match with </a:t>
            </a:r>
            <a:r>
              <a:rPr lang="da-DK" dirty="0" err="1"/>
              <a:t>where</a:t>
            </a:r>
            <a:r>
              <a:rPr lang="da-DK" dirty="0"/>
              <a:t> </a:t>
            </a:r>
            <a:r>
              <a:rPr lang="da-DK" dirty="0" err="1"/>
              <a:t>spyder</a:t>
            </a:r>
            <a:r>
              <a:rPr lang="da-DK" dirty="0"/>
              <a:t> looks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8CBED1-36FA-675B-B61D-87D5C4898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59" y="3001554"/>
            <a:ext cx="8754697" cy="221010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930013B-059B-5955-A658-569A02F9E53C}"/>
              </a:ext>
            </a:extLst>
          </p:cNvPr>
          <p:cNvSpPr/>
          <p:nvPr/>
        </p:nvSpPr>
        <p:spPr>
          <a:xfrm>
            <a:off x="2990088" y="4690872"/>
            <a:ext cx="3017520" cy="2377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7C96A29-91ED-BD30-4751-EB8815A50965}"/>
              </a:ext>
            </a:extLst>
          </p:cNvPr>
          <p:cNvCxnSpPr>
            <a:cxnSpLocks/>
          </p:cNvCxnSpPr>
          <p:nvPr/>
        </p:nvCxnSpPr>
        <p:spPr>
          <a:xfrm flipH="1">
            <a:off x="5504688" y="2947940"/>
            <a:ext cx="1481328" cy="15509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7BF0690-2233-6BAD-C1B2-668D407AB085}"/>
              </a:ext>
            </a:extLst>
          </p:cNvPr>
          <p:cNvSpPr txBox="1"/>
          <p:nvPr/>
        </p:nvSpPr>
        <p:spPr>
          <a:xfrm>
            <a:off x="554736" y="5265276"/>
            <a:ext cx="101635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If not </a:t>
            </a:r>
            <a:r>
              <a:rPr lang="da-DK" dirty="0" err="1"/>
              <a:t>you</a:t>
            </a:r>
            <a:r>
              <a:rPr lang="da-DK" dirty="0"/>
              <a:t> have </a:t>
            </a:r>
            <a:r>
              <a:rPr lang="da-DK" dirty="0" err="1"/>
              <a:t>two</a:t>
            </a:r>
            <a:r>
              <a:rPr lang="da-DK" dirty="0"/>
              <a:t> options:</a:t>
            </a:r>
          </a:p>
          <a:p>
            <a:pPr marL="342900" indent="-342900">
              <a:buAutoNum type="arabicPeriod"/>
            </a:pPr>
            <a:r>
              <a:rPr lang="da-DK" dirty="0"/>
              <a:t>Change </a:t>
            </a:r>
            <a:r>
              <a:rPr lang="da-DK" dirty="0" err="1"/>
              <a:t>path</a:t>
            </a:r>
            <a:r>
              <a:rPr lang="da-DK" dirty="0"/>
              <a:t> in </a:t>
            </a:r>
            <a:r>
              <a:rPr lang="da-DK" dirty="0" err="1"/>
              <a:t>spyder</a:t>
            </a:r>
            <a:r>
              <a:rPr lang="da-DK" dirty="0"/>
              <a:t> to the </a:t>
            </a:r>
            <a:r>
              <a:rPr lang="da-DK" dirty="0" err="1"/>
              <a:t>one</a:t>
            </a:r>
            <a:r>
              <a:rPr lang="da-DK" dirty="0"/>
              <a:t> </a:t>
            </a:r>
            <a:r>
              <a:rPr lang="da-DK" dirty="0" err="1"/>
              <a:t>shown</a:t>
            </a:r>
            <a:r>
              <a:rPr lang="da-DK" dirty="0"/>
              <a:t> in the </a:t>
            </a:r>
            <a:r>
              <a:rPr lang="da-DK" dirty="0" err="1"/>
              <a:t>command</a:t>
            </a:r>
            <a:r>
              <a:rPr lang="da-DK" dirty="0"/>
              <a:t> prompt</a:t>
            </a:r>
          </a:p>
          <a:p>
            <a:pPr marL="342900" indent="-342900">
              <a:buAutoNum type="arabicPeriod"/>
            </a:pPr>
            <a:r>
              <a:rPr lang="da-DK" dirty="0"/>
              <a:t>Change </a:t>
            </a:r>
            <a:r>
              <a:rPr lang="da-DK" dirty="0" err="1"/>
              <a:t>where</a:t>
            </a:r>
            <a:r>
              <a:rPr lang="da-DK" dirty="0"/>
              <a:t>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install</a:t>
            </a:r>
            <a:r>
              <a:rPr lang="da-DK" dirty="0"/>
              <a:t> </a:t>
            </a:r>
            <a:r>
              <a:rPr lang="da-DK" dirty="0" err="1"/>
              <a:t>packages</a:t>
            </a:r>
            <a:endParaRPr lang="da-DK" dirty="0"/>
          </a:p>
          <a:p>
            <a:r>
              <a:rPr lang="da-DK" dirty="0" err="1"/>
              <a:t>Use</a:t>
            </a:r>
            <a:r>
              <a:rPr lang="da-DK" dirty="0"/>
              <a:t> AI (</a:t>
            </a:r>
            <a:r>
              <a:rPr lang="da-DK" dirty="0" err="1"/>
              <a:t>e.g</a:t>
            </a:r>
            <a:r>
              <a:rPr lang="da-DK" dirty="0"/>
              <a:t>.) </a:t>
            </a:r>
            <a:r>
              <a:rPr lang="da-DK" dirty="0" err="1"/>
              <a:t>chatgpt</a:t>
            </a:r>
            <a:r>
              <a:rPr lang="da-DK" dirty="0"/>
              <a:t>. Be </a:t>
            </a:r>
            <a:r>
              <a:rPr lang="da-DK" dirty="0" err="1"/>
              <a:t>specific</a:t>
            </a:r>
            <a:r>
              <a:rPr lang="da-DK" dirty="0"/>
              <a:t> </a:t>
            </a:r>
            <a:r>
              <a:rPr lang="da-DK" dirty="0" err="1"/>
              <a:t>about</a:t>
            </a:r>
            <a:r>
              <a:rPr lang="da-DK" dirty="0"/>
              <a:t> </a:t>
            </a:r>
            <a:r>
              <a:rPr lang="da-DK" dirty="0" err="1"/>
              <a:t>your</a:t>
            </a:r>
            <a:r>
              <a:rPr lang="da-DK" dirty="0"/>
              <a:t> </a:t>
            </a:r>
            <a:r>
              <a:rPr lang="da-DK" dirty="0" err="1"/>
              <a:t>errors</a:t>
            </a:r>
            <a:r>
              <a:rPr lang="da-DK" dirty="0"/>
              <a:t> and </a:t>
            </a:r>
            <a:r>
              <a:rPr lang="da-DK" dirty="0" err="1"/>
              <a:t>your</a:t>
            </a:r>
            <a:r>
              <a:rPr lang="da-DK" dirty="0"/>
              <a:t> file locations </a:t>
            </a:r>
            <a:r>
              <a:rPr lang="da-DK" dirty="0" err="1"/>
              <a:t>when</a:t>
            </a:r>
            <a:r>
              <a:rPr lang="da-DK" dirty="0"/>
              <a:t> </a:t>
            </a:r>
            <a:r>
              <a:rPr lang="da-DK" dirty="0" err="1"/>
              <a:t>you</a:t>
            </a:r>
            <a:r>
              <a:rPr lang="da-DK" dirty="0"/>
              <a:t> talk with it. Give it the </a:t>
            </a:r>
            <a:r>
              <a:rPr lang="da-DK" dirty="0" err="1"/>
              <a:t>path</a:t>
            </a:r>
            <a:r>
              <a:rPr lang="da-DK" dirty="0"/>
              <a:t> </a:t>
            </a:r>
            <a:r>
              <a:rPr lang="da-DK" dirty="0" err="1"/>
              <a:t>shown</a:t>
            </a:r>
            <a:r>
              <a:rPr lang="da-DK" dirty="0"/>
              <a:t> in </a:t>
            </a:r>
            <a:r>
              <a:rPr lang="da-DK" dirty="0" err="1"/>
              <a:t>spyder</a:t>
            </a:r>
            <a:r>
              <a:rPr lang="da-DK" dirty="0"/>
              <a:t> and in the </a:t>
            </a:r>
            <a:r>
              <a:rPr lang="da-DK" dirty="0" err="1"/>
              <a:t>command</a:t>
            </a:r>
            <a:r>
              <a:rPr lang="da-DK" dirty="0"/>
              <a:t> prompt so it </a:t>
            </a:r>
            <a:r>
              <a:rPr lang="da-DK" dirty="0" err="1"/>
              <a:t>can</a:t>
            </a:r>
            <a:r>
              <a:rPr lang="da-DK" dirty="0"/>
              <a:t> give </a:t>
            </a:r>
            <a:r>
              <a:rPr lang="da-DK" dirty="0" err="1"/>
              <a:t>specific</a:t>
            </a:r>
            <a:r>
              <a:rPr lang="da-DK" dirty="0"/>
              <a:t> </a:t>
            </a:r>
            <a:r>
              <a:rPr lang="da-DK" dirty="0" err="1"/>
              <a:t>answer</a:t>
            </a:r>
            <a:r>
              <a:rPr lang="da-DK" dirty="0"/>
              <a:t> to </a:t>
            </a:r>
            <a:r>
              <a:rPr lang="da-DK" dirty="0" err="1"/>
              <a:t>you</a:t>
            </a:r>
            <a:r>
              <a:rPr lang="da-DK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64799968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7"/>
  <p:tag name="AS_OS" val="Unix 6.5.0.1014"/>
  <p:tag name="AS_RELEASE_DATE" val="2023.08.14"/>
  <p:tag name="AS_TITLE" val="Aspose.Slides for .NET Standard 2.0"/>
  <p:tag name="AS_VERSION" val="23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FormConfiguration><![CDATA[{"formFields":[],"formDataEntries":[]}]]></TemplafyFormConfiguration>
</file>

<file path=customXml/item2.xml><?xml version="1.0" encoding="utf-8"?>
<TemplafyTemplateConfiguration><![CDATA[{"elementsMetadata":[],"transformationConfigurations":[],"templateName":"blankpresentation","templateDescription":"","enableDocumentContentUpdater":false,"version":"2.0"}]]></Templafy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slideVersion":1,"isValidatorEnabled":false,"isLocked":false,"elementsMetadata":[],"slideId":"1054884848216047618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C5938109-F486-41EA-929F-D7DF65C5D6B1}">
  <ds:schemaRefs/>
</ds:datastoreItem>
</file>

<file path=customXml/itemProps2.xml><?xml version="1.0" encoding="utf-8"?>
<ds:datastoreItem xmlns:ds="http://schemas.openxmlformats.org/officeDocument/2006/customXml" ds:itemID="{386C9AF7-FC43-4772-BF6D-26FE95C56D62}">
  <ds:schemaRefs/>
</ds:datastoreItem>
</file>

<file path=customXml/itemProps3.xml><?xml version="1.0" encoding="utf-8"?>
<ds:datastoreItem xmlns:ds="http://schemas.openxmlformats.org/officeDocument/2006/customXml" ds:itemID="{C60B9EDF-596D-4F67-B5E3-411D55B8E8FC}">
  <ds:schemaRefs/>
</ds:datastoreItem>
</file>

<file path=customXml/itemProps4.xml><?xml version="1.0" encoding="utf-8"?>
<ds:datastoreItem xmlns:ds="http://schemas.openxmlformats.org/officeDocument/2006/customXml" ds:itemID="{B69ABF3A-B169-44F9-86AC-4E29FB2A260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</Words>
  <Application>Microsoft Office PowerPoint</Application>
  <PresentationFormat>Widescreen</PresentationFormat>
  <Paragraphs>58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Spyder: numdifftools not installed!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2025-06-19T08:55:46Z</dcterms:created>
  <dcterms:modified xsi:type="dcterms:W3CDTF">2025-10-08T07:07:41Z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2024-11-22T08:25:59</vt:lpwstr>
  </property>
  <property fmtid="{D5CDD505-2E9C-101B-9397-08002B2CF9AE}" pid="3" name="TemplafyTenantId">
    <vt:lpwstr>auoffice</vt:lpwstr>
  </property>
  <property fmtid="{D5CDD505-2E9C-101B-9397-08002B2CF9AE}" pid="4" name="TemplafyTemplateId">
    <vt:lpwstr>1054884838842826800</vt:lpwstr>
  </property>
  <property fmtid="{D5CDD505-2E9C-101B-9397-08002B2CF9AE}" pid="5" name="TemplafyUserProfileId">
    <vt:lpwstr>1208448259217163026</vt:lpwstr>
  </property>
  <property fmtid="{D5CDD505-2E9C-101B-9397-08002B2CF9AE}" pid="6" name="TemplafyLanguageCode">
    <vt:lpwstr>da-DK</vt:lpwstr>
  </property>
  <property fmtid="{D5CDD505-2E9C-101B-9397-08002B2CF9AE}" pid="7" name="TemplafyFromBlank">
    <vt:bool>true</vt:bool>
  </property>
</Properties>
</file>