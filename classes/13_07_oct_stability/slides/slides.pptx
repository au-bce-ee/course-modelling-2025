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56" r:id="rId6"/>
    <p:sldId id="257" r:id="rId7"/>
    <p:sldId id="262" r:id="rId8"/>
    <p:sldId id="261" r:id="rId9"/>
    <p:sldId id="263" r:id="rId10"/>
    <p:sldId id="264" r:id="rId11"/>
    <p:sldId id="259" r:id="rId12"/>
    <p:sldId id="265" r:id="rId13"/>
    <p:sldId id="266" r:id="rId14"/>
    <p:sldId id="258" r:id="rId15"/>
    <p:sldId id="267" r:id="rId1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BE31A-C0FD-4326-AD46-DA85923F9705}" v="56" dt="2025-10-06T08:21:31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5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custSel addSld delSld modSld sldOrd">
      <pc:chgData name="Frederik Rask Dalby" userId="12c7c68b-47c4-4858-a883-dbd84be7356f" providerId="ADAL" clId="{E9883B15-7D20-4C63-9A3F-08E95C9A44CC}" dt="2025-10-06T08:30:27.632" v="916" actId="478"/>
      <pc:docMkLst>
        <pc:docMk/>
      </pc:docMkLst>
      <pc:sldChg chg="addSp delSp modSp mod">
        <pc:chgData name="Frederik Rask Dalby" userId="12c7c68b-47c4-4858-a883-dbd84be7356f" providerId="ADAL" clId="{E9883B15-7D20-4C63-9A3F-08E95C9A44CC}" dt="2025-10-06T06:37:26.283" v="2" actId="478"/>
        <pc:sldMkLst>
          <pc:docMk/>
          <pc:sldMk cId="4086584199" sldId="267"/>
        </pc:sldMkLst>
        <pc:spChg chg="add del mod">
          <ac:chgData name="Frederik Rask Dalby" userId="12c7c68b-47c4-4858-a883-dbd84be7356f" providerId="ADAL" clId="{E9883B15-7D20-4C63-9A3F-08E95C9A44CC}" dt="2025-10-06T06:37:26.283" v="2" actId="478"/>
          <ac:spMkLst>
            <pc:docMk/>
            <pc:sldMk cId="4086584199" sldId="267"/>
            <ac:spMk id="2" creationId="{0FA8DB13-04FC-785A-5E18-F4CA07C0BF33}"/>
          </ac:spMkLst>
        </pc:spChg>
      </pc:sldChg>
      <pc:sldChg chg="delSp modSp new mod ord">
        <pc:chgData name="Frederik Rask Dalby" userId="12c7c68b-47c4-4858-a883-dbd84be7356f" providerId="ADAL" clId="{E9883B15-7D20-4C63-9A3F-08E95C9A44CC}" dt="2025-10-06T08:30:27.632" v="916" actId="478"/>
        <pc:sldMkLst>
          <pc:docMk/>
          <pc:sldMk cId="50694959" sldId="268"/>
        </pc:sldMkLst>
        <pc:spChg chg="del">
          <ac:chgData name="Frederik Rask Dalby" userId="12c7c68b-47c4-4858-a883-dbd84be7356f" providerId="ADAL" clId="{E9883B15-7D20-4C63-9A3F-08E95C9A44CC}" dt="2025-10-06T08:30:27.632" v="916" actId="478"/>
          <ac:spMkLst>
            <pc:docMk/>
            <pc:sldMk cId="50694959" sldId="268"/>
            <ac:spMk id="2" creationId="{8F20F738-8F3A-F008-71BE-14E7C5B9109C}"/>
          </ac:spMkLst>
        </pc:spChg>
        <pc:spChg chg="mod">
          <ac:chgData name="Frederik Rask Dalby" userId="12c7c68b-47c4-4858-a883-dbd84be7356f" providerId="ADAL" clId="{E9883B15-7D20-4C63-9A3F-08E95C9A44CC}" dt="2025-10-06T08:06:33.269" v="251" actId="20577"/>
          <ac:spMkLst>
            <pc:docMk/>
            <pc:sldMk cId="50694959" sldId="268"/>
            <ac:spMk id="3" creationId="{9B48386B-2A71-129A-5C6C-78E19E321FA4}"/>
          </ac:spMkLst>
        </pc:spChg>
      </pc:sldChg>
      <pc:sldChg chg="del">
        <pc:chgData name="Frederik Rask Dalby" userId="12c7c68b-47c4-4858-a883-dbd84be7356f" providerId="ADAL" clId="{E9883B15-7D20-4C63-9A3F-08E95C9A44CC}" dt="2025-10-06T07:29:48.295" v="3" actId="47"/>
        <pc:sldMkLst>
          <pc:docMk/>
          <pc:sldMk cId="2181939433" sldId="268"/>
        </pc:sldMkLst>
      </pc:sldChg>
      <pc:sldChg chg="addSp delSp modSp new mod ord">
        <pc:chgData name="Frederik Rask Dalby" userId="12c7c68b-47c4-4858-a883-dbd84be7356f" providerId="ADAL" clId="{E9883B15-7D20-4C63-9A3F-08E95C9A44CC}" dt="2025-10-06T08:08:24.979" v="260" actId="22"/>
        <pc:sldMkLst>
          <pc:docMk/>
          <pc:sldMk cId="1522033432" sldId="269"/>
        </pc:sldMkLst>
        <pc:spChg chg="del">
          <ac:chgData name="Frederik Rask Dalby" userId="12c7c68b-47c4-4858-a883-dbd84be7356f" providerId="ADAL" clId="{E9883B15-7D20-4C63-9A3F-08E95C9A44CC}" dt="2025-10-06T08:07:56.057" v="258" actId="478"/>
          <ac:spMkLst>
            <pc:docMk/>
            <pc:sldMk cId="1522033432" sldId="269"/>
            <ac:spMk id="2" creationId="{908ABB94-C5DF-30E8-0F88-84FA5409EF0D}"/>
          </ac:spMkLst>
        </pc:spChg>
        <pc:spChg chg="del">
          <ac:chgData name="Frederik Rask Dalby" userId="12c7c68b-47c4-4858-a883-dbd84be7356f" providerId="ADAL" clId="{E9883B15-7D20-4C63-9A3F-08E95C9A44CC}" dt="2025-10-06T08:07:54.184" v="257" actId="478"/>
          <ac:spMkLst>
            <pc:docMk/>
            <pc:sldMk cId="1522033432" sldId="269"/>
            <ac:spMk id="3" creationId="{5C769027-2A86-B094-77DF-1C9473C660E9}"/>
          </ac:spMkLst>
        </pc:spChg>
        <pc:picChg chg="add mod">
          <ac:chgData name="Frederik Rask Dalby" userId="12c7c68b-47c4-4858-a883-dbd84be7356f" providerId="ADAL" clId="{E9883B15-7D20-4C63-9A3F-08E95C9A44CC}" dt="2025-10-06T08:07:57.734" v="259" actId="1076"/>
          <ac:picMkLst>
            <pc:docMk/>
            <pc:sldMk cId="1522033432" sldId="269"/>
            <ac:picMk id="5" creationId="{B5BC40CE-19B5-B9E7-8CAC-8916C3FEA5D4}"/>
          </ac:picMkLst>
        </pc:picChg>
        <pc:picChg chg="add">
          <ac:chgData name="Frederik Rask Dalby" userId="12c7c68b-47c4-4858-a883-dbd84be7356f" providerId="ADAL" clId="{E9883B15-7D20-4C63-9A3F-08E95C9A44CC}" dt="2025-10-06T08:08:24.979" v="260" actId="22"/>
          <ac:picMkLst>
            <pc:docMk/>
            <pc:sldMk cId="1522033432" sldId="269"/>
            <ac:picMk id="7" creationId="{F24D3977-C432-6AB0-14C0-2001EA248C21}"/>
          </ac:picMkLst>
        </pc:picChg>
      </pc:sldChg>
      <pc:sldChg chg="addSp delSp modSp new mod">
        <pc:chgData name="Frederik Rask Dalby" userId="12c7c68b-47c4-4858-a883-dbd84be7356f" providerId="ADAL" clId="{E9883B15-7D20-4C63-9A3F-08E95C9A44CC}" dt="2025-10-06T08:22:28.106" v="453" actId="20577"/>
        <pc:sldMkLst>
          <pc:docMk/>
          <pc:sldMk cId="2682493072" sldId="270"/>
        </pc:sldMkLst>
        <pc:spChg chg="mod">
          <ac:chgData name="Frederik Rask Dalby" userId="12c7c68b-47c4-4858-a883-dbd84be7356f" providerId="ADAL" clId="{E9883B15-7D20-4C63-9A3F-08E95C9A44CC}" dt="2025-10-06T08:22:28.106" v="453" actId="20577"/>
          <ac:spMkLst>
            <pc:docMk/>
            <pc:sldMk cId="2682493072" sldId="270"/>
            <ac:spMk id="2" creationId="{CE8D79FD-3E86-17C7-7AD6-4C7C8DB4985F}"/>
          </ac:spMkLst>
        </pc:spChg>
        <pc:spChg chg="del mod">
          <ac:chgData name="Frederik Rask Dalby" userId="12c7c68b-47c4-4858-a883-dbd84be7356f" providerId="ADAL" clId="{E9883B15-7D20-4C63-9A3F-08E95C9A44CC}" dt="2025-10-06T08:09:49.007" v="296" actId="478"/>
          <ac:spMkLst>
            <pc:docMk/>
            <pc:sldMk cId="2682493072" sldId="270"/>
            <ac:spMk id="3" creationId="{A5C11565-0DF3-DBAC-22C7-F1BC464C3575}"/>
          </ac:spMkLst>
        </pc:spChg>
        <pc:spChg chg="add mod">
          <ac:chgData name="Frederik Rask Dalby" userId="12c7c68b-47c4-4858-a883-dbd84be7356f" providerId="ADAL" clId="{E9883B15-7D20-4C63-9A3F-08E95C9A44CC}" dt="2025-10-06T08:09:56.300" v="297" actId="1076"/>
          <ac:spMkLst>
            <pc:docMk/>
            <pc:sldMk cId="2682493072" sldId="270"/>
            <ac:spMk id="4" creationId="{BF4B3D8F-6EC6-31F7-D6DB-82A9CEE6F2A2}"/>
          </ac:spMkLst>
        </pc:spChg>
        <pc:spChg chg="add mod">
          <ac:chgData name="Frederik Rask Dalby" userId="12c7c68b-47c4-4858-a883-dbd84be7356f" providerId="ADAL" clId="{E9883B15-7D20-4C63-9A3F-08E95C9A44CC}" dt="2025-10-06T08:09:56.300" v="297" actId="1076"/>
          <ac:spMkLst>
            <pc:docMk/>
            <pc:sldMk cId="2682493072" sldId="270"/>
            <ac:spMk id="5" creationId="{E1327D54-4DFA-864D-6716-508846A8DBC2}"/>
          </ac:spMkLst>
        </pc:spChg>
        <pc:spChg chg="add mod">
          <ac:chgData name="Frederik Rask Dalby" userId="12c7c68b-47c4-4858-a883-dbd84be7356f" providerId="ADAL" clId="{E9883B15-7D20-4C63-9A3F-08E95C9A44CC}" dt="2025-10-06T08:10:24.090" v="301" actId="208"/>
          <ac:spMkLst>
            <pc:docMk/>
            <pc:sldMk cId="2682493072" sldId="270"/>
            <ac:spMk id="6" creationId="{0AE1A44D-74D8-AC5B-78DD-8DE1923C591F}"/>
          </ac:spMkLst>
        </pc:spChg>
        <pc:spChg chg="add mod">
          <ac:chgData name="Frederik Rask Dalby" userId="12c7c68b-47c4-4858-a883-dbd84be7356f" providerId="ADAL" clId="{E9883B15-7D20-4C63-9A3F-08E95C9A44CC}" dt="2025-10-06T08:11:40.216" v="380" actId="20577"/>
          <ac:spMkLst>
            <pc:docMk/>
            <pc:sldMk cId="2682493072" sldId="270"/>
            <ac:spMk id="7" creationId="{03545E1A-BD9C-93A0-44B8-8DB0FF829523}"/>
          </ac:spMkLst>
        </pc:spChg>
        <pc:spChg chg="add mod">
          <ac:chgData name="Frederik Rask Dalby" userId="12c7c68b-47c4-4858-a883-dbd84be7356f" providerId="ADAL" clId="{E9883B15-7D20-4C63-9A3F-08E95C9A44CC}" dt="2025-10-06T08:21:31.610" v="450" actId="6549"/>
          <ac:spMkLst>
            <pc:docMk/>
            <pc:sldMk cId="2682493072" sldId="270"/>
            <ac:spMk id="8" creationId="{CA2FF600-DEA6-0BB9-2465-D5E4B7FAF7D9}"/>
          </ac:spMkLst>
        </pc:spChg>
        <pc:spChg chg="add mod">
          <ac:chgData name="Frederik Rask Dalby" userId="12c7c68b-47c4-4858-a883-dbd84be7356f" providerId="ADAL" clId="{E9883B15-7D20-4C63-9A3F-08E95C9A44CC}" dt="2025-10-06T08:15:22.569" v="395" actId="1076"/>
          <ac:spMkLst>
            <pc:docMk/>
            <pc:sldMk cId="2682493072" sldId="270"/>
            <ac:spMk id="9" creationId="{01690D08-3BB8-ED86-6CD6-F4809E654435}"/>
          </ac:spMkLst>
        </pc:spChg>
        <pc:spChg chg="add mod">
          <ac:chgData name="Frederik Rask Dalby" userId="12c7c68b-47c4-4858-a883-dbd84be7356f" providerId="ADAL" clId="{E9883B15-7D20-4C63-9A3F-08E95C9A44CC}" dt="2025-10-06T08:20:48.061" v="437" actId="20577"/>
          <ac:spMkLst>
            <pc:docMk/>
            <pc:sldMk cId="2682493072" sldId="270"/>
            <ac:spMk id="11" creationId="{03A27D6F-4070-72A5-FF72-E9C2C07BA018}"/>
          </ac:spMkLst>
        </pc:spChg>
        <pc:spChg chg="add mod">
          <ac:chgData name="Frederik Rask Dalby" userId="12c7c68b-47c4-4858-a883-dbd84be7356f" providerId="ADAL" clId="{E9883B15-7D20-4C63-9A3F-08E95C9A44CC}" dt="2025-10-06T08:21:38.856" v="452" actId="20577"/>
          <ac:spMkLst>
            <pc:docMk/>
            <pc:sldMk cId="2682493072" sldId="270"/>
            <ac:spMk id="12" creationId="{A0AEFCEA-A595-1C70-5B86-AE5095F1D351}"/>
          </ac:spMkLst>
        </pc:spChg>
      </pc:sldChg>
      <pc:sldChg chg="addSp modSp new mod">
        <pc:chgData name="Frederik Rask Dalby" userId="12c7c68b-47c4-4858-a883-dbd84be7356f" providerId="ADAL" clId="{E9883B15-7D20-4C63-9A3F-08E95C9A44CC}" dt="2025-10-06T08:28:26.898" v="915" actId="208"/>
        <pc:sldMkLst>
          <pc:docMk/>
          <pc:sldMk cId="860374501" sldId="271"/>
        </pc:sldMkLst>
        <pc:spChg chg="mod">
          <ac:chgData name="Frederik Rask Dalby" userId="12c7c68b-47c4-4858-a883-dbd84be7356f" providerId="ADAL" clId="{E9883B15-7D20-4C63-9A3F-08E95C9A44CC}" dt="2025-10-06T08:22:40.195" v="475" actId="20577"/>
          <ac:spMkLst>
            <pc:docMk/>
            <pc:sldMk cId="860374501" sldId="271"/>
            <ac:spMk id="2" creationId="{079AE618-F29C-60E4-D979-A7BF713A6CFB}"/>
          </ac:spMkLst>
        </pc:spChg>
        <pc:spChg chg="mod">
          <ac:chgData name="Frederik Rask Dalby" userId="12c7c68b-47c4-4858-a883-dbd84be7356f" providerId="ADAL" clId="{E9883B15-7D20-4C63-9A3F-08E95C9A44CC}" dt="2025-10-06T08:28:08.293" v="912" actId="6549"/>
          <ac:spMkLst>
            <pc:docMk/>
            <pc:sldMk cId="860374501" sldId="271"/>
            <ac:spMk id="3" creationId="{AF02A16F-C409-E19D-7C6A-82988C3C1B6C}"/>
          </ac:spMkLst>
        </pc:spChg>
        <pc:spChg chg="add mod">
          <ac:chgData name="Frederik Rask Dalby" userId="12c7c68b-47c4-4858-a883-dbd84be7356f" providerId="ADAL" clId="{E9883B15-7D20-4C63-9A3F-08E95C9A44CC}" dt="2025-10-06T08:28:26.898" v="915" actId="208"/>
          <ac:spMkLst>
            <pc:docMk/>
            <pc:sldMk cId="860374501" sldId="271"/>
            <ac:spMk id="6" creationId="{BB3D5CED-D49C-EBDF-5A24-4AE3A6710172}"/>
          </ac:spMkLst>
        </pc:spChg>
        <pc:picChg chg="add mod">
          <ac:chgData name="Frederik Rask Dalby" userId="12c7c68b-47c4-4858-a883-dbd84be7356f" providerId="ADAL" clId="{E9883B15-7D20-4C63-9A3F-08E95C9A44CC}" dt="2025-10-06T08:28:04.239" v="910" actId="1076"/>
          <ac:picMkLst>
            <pc:docMk/>
            <pc:sldMk cId="860374501" sldId="271"/>
            <ac:picMk id="5" creationId="{4B73EEA6-520B-E79A-275F-4D0CC278A98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A022-680F-F240-9845-3A459816A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C5DC2-1024-427A-040A-C3ABB6CE1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A1420-C272-50F3-C910-8E68FF02B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CDAD3-C723-6220-5368-DC7C27FF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A9D54-E049-E6DF-E4CB-8444F3E2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8889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5292-4C7C-7724-E51E-B28E65F81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E92E-4192-5AC5-75D0-FFAF65F73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6F3A6-20D2-4C6A-B1D9-341739A2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B2D96-4909-D8B7-BEFF-FFA9EF1B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78DC7-8EC1-D9BA-E7D7-F05BB6560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826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360F-5485-4E52-3505-BA5B8A4A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A71DE-1A4E-574D-AA43-7910726BE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1B775-B2D2-E768-AF1D-22B72377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A7CFD-6FE8-DE33-112B-0EC71ACD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AE90C-AE93-DA89-4D00-F7E5995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8990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5FF9-824F-D913-024C-FD32769FD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CA0F5-5D48-8E99-DB6B-90628145F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CAB6F-C48E-F374-C95E-3BB2CE161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A3882-F337-5526-DB52-BC547FAF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194FC-DFA4-3187-26D9-BB5F9C3F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9E874-8B98-1B35-B6A8-47452E5D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79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0998-0AA5-D49F-B169-07E2F6BFD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5BFB2-7B1B-4A3E-8A45-47493E480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D19C7-1D98-8559-33DC-4D13A8D25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746F9-9458-574A-B28A-32A2116FE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BF8D9B-1501-EF7E-99F8-9290E3726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64652E-7718-B7E8-018C-B71E7AB2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A355B2-FD6F-4759-15ED-4275D3C3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2285B2-706D-B7B9-9F73-0810BF70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997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D0EB-5FED-E293-02C8-49F1F37B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AAF08E-E8E4-E96E-DBB8-2DC202D63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FFF6C-CE51-6CC7-034E-30C9D372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692AA-A041-2419-E141-4901D9C5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562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F2BE12-60E9-4075-96E1-7C324BD0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7644D-8BCF-0D9F-95AD-A6213EDE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C8E6E-4D31-38AF-97E8-CB6C3138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2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FE94-8DB9-E531-EFE5-247B219A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6385B-CE8B-9F83-AE38-7D2895E1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4C98D-4A5D-0092-1DFC-D35EF85E9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501C9-6BC4-A388-5977-844BD06B9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9631A-D130-AE25-1060-30E8E126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27F76-931B-8A37-93B3-C6613E71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8186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6366-DB1F-10F5-9A0D-E0F749D03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8A021-2192-5B62-379C-4AC9F4B5A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FA2EA-BCC7-4063-9F71-F4BD222EA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575F6-7484-B6A6-9B3D-F9345956A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51820-1FDD-9DD2-9CE3-AC0C7ABD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6BE3E-0756-7C29-EE54-DE02AF96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4663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01B3-850E-9987-8A53-F4AAB151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FF159-EF8E-A75B-CEEF-3B92D1021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C4136-496E-3C0B-AF8E-4D1CFB6C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CC8DE-3530-C9D5-4878-94B293DA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5C2CF-5781-0326-6F1D-B5F95B37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943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8269D-9EB6-BFA8-7921-B6A6589BA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EB311-C588-6D89-31D8-77AFC436B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DB62B-BD1C-76E0-FEBA-D5BFD7F0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F7550-134D-7301-9F81-2FEC2DCA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6D8-9A7B-F8FC-3F57-643706931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129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B5246-0EF2-672D-A5EF-47C78F90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3B9CE-2F4D-CA01-E035-9C65CDC3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D94BA-1A05-4CD6-6DDC-F1E6F0BC7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9C786-C0FA-45A4-B0E9-A032FDEFB2D9}" type="datetimeFigureOut">
              <a:rPr lang="da-DK" smtClean="0"/>
              <a:t>06-10-2025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54B71-047F-997B-A12A-2B3BDD58B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BF7FD-13F7-288E-B183-71036B16A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747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8386B-2A71-129A-5C6C-78E19E32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Plan </a:t>
            </a:r>
          </a:p>
          <a:p>
            <a:r>
              <a:rPr lang="da-DK" dirty="0" err="1"/>
              <a:t>Menti</a:t>
            </a:r>
            <a:r>
              <a:rPr lang="da-DK" dirty="0"/>
              <a:t> on 2D models 5-10 min</a:t>
            </a:r>
          </a:p>
          <a:p>
            <a:r>
              <a:rPr lang="da-DK" dirty="0" err="1"/>
              <a:t>Some</a:t>
            </a:r>
            <a:r>
              <a:rPr lang="da-DK" dirty="0"/>
              <a:t> common </a:t>
            </a:r>
            <a:r>
              <a:rPr lang="da-DK" dirty="0" err="1"/>
              <a:t>pitfalls</a:t>
            </a:r>
            <a:r>
              <a:rPr lang="da-DK" dirty="0"/>
              <a:t> 5 min</a:t>
            </a:r>
          </a:p>
          <a:p>
            <a:r>
              <a:rPr lang="da-DK" dirty="0" err="1"/>
              <a:t>Lecture</a:t>
            </a:r>
            <a:r>
              <a:rPr lang="da-DK" dirty="0"/>
              <a:t> on </a:t>
            </a:r>
            <a:r>
              <a:rPr lang="da-DK" dirty="0" err="1"/>
              <a:t>stability</a:t>
            </a:r>
            <a:r>
              <a:rPr lang="da-DK" dirty="0"/>
              <a:t> 15 min</a:t>
            </a:r>
          </a:p>
          <a:p>
            <a:r>
              <a:rPr lang="da-DK" dirty="0"/>
              <a:t>Break 10 min</a:t>
            </a:r>
          </a:p>
          <a:p>
            <a:r>
              <a:rPr lang="da-DK" dirty="0" err="1"/>
              <a:t>Exercises</a:t>
            </a:r>
            <a:r>
              <a:rPr lang="da-DK" dirty="0"/>
              <a:t> 1 hour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069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BC40CE-19B5-B9E7-8CAC-8916C3FEA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41" y="722845"/>
            <a:ext cx="5801535" cy="71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4D3977-C432-6AB0-14C0-2001EA24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524" y="1780945"/>
            <a:ext cx="3238952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33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79FD-3E86-17C7-7AD6-4C7C8DB4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misunderstandings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4B3D8F-6EC6-31F7-D6DB-82A9CEE6F2A2}"/>
                  </a:ext>
                </a:extLst>
              </p:cNvPr>
              <p:cNvSpPr txBox="1"/>
              <p:nvPr/>
            </p:nvSpPr>
            <p:spPr>
              <a:xfrm>
                <a:off x="838200" y="2112142"/>
                <a:ext cx="3860672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f>
                            <m:fPr>
                              <m:ctrlPr>
                                <a:rPr lang="da-DK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d>
                            <m:dPr>
                              <m:ctrlPr>
                                <a:rPr lang="da-DK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f>
                                <m:f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4B3D8F-6EC6-31F7-D6DB-82A9CEE6F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12142"/>
                <a:ext cx="3860672" cy="627992"/>
              </a:xfrm>
              <a:prstGeom prst="rect">
                <a:avLst/>
              </a:prstGeom>
              <a:blipFill>
                <a:blip r:embed="rId2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1327D54-4DFA-864D-6716-508846A8DBC2}"/>
              </a:ext>
            </a:extLst>
          </p:cNvPr>
          <p:cNvSpPr txBox="1"/>
          <p:nvPr/>
        </p:nvSpPr>
        <p:spPr>
          <a:xfrm>
            <a:off x="2154373" y="1506022"/>
            <a:ext cx="158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Cylindrical</a:t>
            </a:r>
            <a:r>
              <a:rPr lang="da-DK" dirty="0"/>
              <a:t> 2D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E1A44D-74D8-AC5B-78DD-8DE1923C591F}"/>
              </a:ext>
            </a:extLst>
          </p:cNvPr>
          <p:cNvSpPr/>
          <p:nvPr/>
        </p:nvSpPr>
        <p:spPr>
          <a:xfrm>
            <a:off x="1770077" y="1921856"/>
            <a:ext cx="1501629" cy="1008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45E1A-BD9C-93A0-44B8-8DB0FF829523}"/>
              </a:ext>
            </a:extLst>
          </p:cNvPr>
          <p:cNvSpPr txBox="1"/>
          <p:nvPr/>
        </p:nvSpPr>
        <p:spPr>
          <a:xfrm>
            <a:off x="935339" y="3245771"/>
            <a:ext cx="9702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i="1" dirty="0"/>
              <a:t>r</a:t>
            </a:r>
            <a:r>
              <a:rPr lang="da-DK" dirty="0"/>
              <a:t> is NOT </a:t>
            </a:r>
            <a:r>
              <a:rPr lang="da-DK" dirty="0" err="1"/>
              <a:t>constant</a:t>
            </a:r>
            <a:r>
              <a:rPr lang="da-DK" dirty="0"/>
              <a:t>.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use</a:t>
            </a:r>
            <a:r>
              <a:rPr lang="da-DK" dirty="0"/>
              <a:t> product </a:t>
            </a:r>
            <a:r>
              <a:rPr lang="da-DK" dirty="0" err="1"/>
              <a:t>rule</a:t>
            </a:r>
            <a:r>
              <a:rPr lang="da-DK" dirty="0"/>
              <a:t> of differentiation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2FF600-DEA6-0BB9-2465-D5E4B7FAF7D9}"/>
                  </a:ext>
                </a:extLst>
              </p:cNvPr>
              <p:cNvSpPr txBox="1"/>
              <p:nvPr/>
            </p:nvSpPr>
            <p:spPr>
              <a:xfrm>
                <a:off x="5681263" y="2112142"/>
                <a:ext cx="3184398" cy="715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da-DK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d>
                            <m:dPr>
                              <m:ctrlPr>
                                <a:rPr lang="da-DK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2FF600-DEA6-0BB9-2465-D5E4B7FA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263" y="2112142"/>
                <a:ext cx="3184398" cy="7159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01690D08-3BB8-ED86-6CD6-F4809E654435}"/>
              </a:ext>
            </a:extLst>
          </p:cNvPr>
          <p:cNvSpPr/>
          <p:nvPr/>
        </p:nvSpPr>
        <p:spPr>
          <a:xfrm>
            <a:off x="6689921" y="1921856"/>
            <a:ext cx="1501629" cy="1008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A27D6F-4070-72A5-FF72-E9C2C07BA018}"/>
                  </a:ext>
                </a:extLst>
              </p:cNvPr>
              <p:cNvSpPr txBox="1"/>
              <p:nvPr/>
            </p:nvSpPr>
            <p:spPr>
              <a:xfrm>
                <a:off x="947314" y="3771035"/>
                <a:ext cx="6097162" cy="720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ctrlP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da-DK" dirty="0">
                              <a:ea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A27D6F-4070-72A5-FF72-E9C2C07BA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14" y="3771035"/>
                <a:ext cx="6097162" cy="7203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0AEFCEA-A595-1C70-5B86-AE5095F1D351}"/>
              </a:ext>
            </a:extLst>
          </p:cNvPr>
          <p:cNvSpPr txBox="1"/>
          <p:nvPr/>
        </p:nvSpPr>
        <p:spPr>
          <a:xfrm>
            <a:off x="6649364" y="1506022"/>
            <a:ext cx="1456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Spherical</a:t>
            </a:r>
            <a:r>
              <a:rPr lang="da-DK" dirty="0"/>
              <a:t> 1D</a:t>
            </a:r>
          </a:p>
        </p:txBody>
      </p:sp>
    </p:spTree>
    <p:extLst>
      <p:ext uri="{BB962C8B-B14F-4D97-AF65-F5344CB8AC3E}">
        <p14:creationId xmlns:p14="http://schemas.microsoft.com/office/powerpoint/2010/main" val="2682493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E618-F29C-60E4-D979-A7BF713A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</a:t>
            </a:r>
            <a:r>
              <a:rPr lang="da-DK" dirty="0" err="1"/>
              <a:t>advection</a:t>
            </a:r>
            <a:r>
              <a:rPr lang="da-DK" dirty="0"/>
              <a:t>!?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2A16F-C409-E19D-7C6A-82988C3C1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Movement</a:t>
            </a:r>
            <a:r>
              <a:rPr lang="da-DK" dirty="0"/>
              <a:t> of the bulk. Look for ”</a:t>
            </a:r>
            <a:r>
              <a:rPr lang="da-DK" dirty="0" err="1"/>
              <a:t>velocity</a:t>
            </a:r>
            <a:r>
              <a:rPr lang="da-DK" dirty="0"/>
              <a:t>, flow” in problem </a:t>
            </a:r>
            <a:r>
              <a:rPr lang="da-DK" dirty="0" err="1"/>
              <a:t>text</a:t>
            </a:r>
            <a:r>
              <a:rPr lang="da-DK" dirty="0"/>
              <a:t>.</a:t>
            </a:r>
          </a:p>
          <a:p>
            <a:pPr marL="0" indent="0">
              <a:buNone/>
            </a:pPr>
            <a:r>
              <a:rPr lang="da-DK" dirty="0"/>
              <a:t>Can </a:t>
            </a:r>
            <a:r>
              <a:rPr lang="da-DK" dirty="0" err="1"/>
              <a:t>advection</a:t>
            </a:r>
            <a:r>
              <a:rPr lang="da-DK" dirty="0"/>
              <a:t> </a:t>
            </a:r>
            <a:r>
              <a:rPr lang="da-DK" dirty="0" err="1"/>
              <a:t>occur</a:t>
            </a:r>
            <a:r>
              <a:rPr lang="da-DK" dirty="0"/>
              <a:t> in a solid </a:t>
            </a:r>
            <a:r>
              <a:rPr lang="da-DK" dirty="0" err="1"/>
              <a:t>material</a:t>
            </a:r>
            <a:r>
              <a:rPr lang="da-DK" dirty="0"/>
              <a:t>?</a:t>
            </a:r>
          </a:p>
          <a:p>
            <a:pPr marL="0" indent="0">
              <a:buNone/>
            </a:pPr>
            <a:r>
              <a:rPr lang="da-DK" dirty="0"/>
              <a:t>A mixer is </a:t>
            </a:r>
            <a:r>
              <a:rPr lang="da-DK" dirty="0" err="1"/>
              <a:t>stirring</a:t>
            </a:r>
            <a:r>
              <a:rPr lang="da-DK" dirty="0"/>
              <a:t> a </a:t>
            </a:r>
            <a:r>
              <a:rPr lang="da-DK" dirty="0" err="1"/>
              <a:t>reactor</a:t>
            </a:r>
            <a:r>
              <a:rPr lang="da-DK" dirty="0"/>
              <a:t> – is it </a:t>
            </a:r>
            <a:r>
              <a:rPr lang="da-DK" dirty="0" err="1"/>
              <a:t>advection</a:t>
            </a:r>
            <a:r>
              <a:rPr lang="da-DK" dirty="0"/>
              <a:t>?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3EEA6-520B-E79A-275F-4D0CC278A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28" y="1690688"/>
            <a:ext cx="8230749" cy="80021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B3D5CED-D49C-EBDF-5A24-4AE3A6710172}"/>
              </a:ext>
            </a:extLst>
          </p:cNvPr>
          <p:cNvSpPr/>
          <p:nvPr/>
        </p:nvSpPr>
        <p:spPr>
          <a:xfrm>
            <a:off x="1493240" y="1690688"/>
            <a:ext cx="2634143" cy="8763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0374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199D-4768-F9A4-4DF7-B515C158C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Stability</a:t>
            </a:r>
            <a:r>
              <a:rPr lang="da-DK" dirty="0"/>
              <a:t> and </a:t>
            </a:r>
            <a:r>
              <a:rPr lang="da-DK" dirty="0" err="1"/>
              <a:t>stiffness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4DAD7-8DAA-B938-B8B3-6C4FCC17D7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err="1"/>
              <a:t>Modelling</a:t>
            </a:r>
            <a:r>
              <a:rPr lang="da-DK" dirty="0"/>
              <a:t> Fall 2025</a:t>
            </a:r>
          </a:p>
          <a:p>
            <a:r>
              <a:rPr lang="da-DK" dirty="0"/>
              <a:t>Frederik Dalby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36809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7C7E-B1CC-138D-1EF2-94372149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Stability</a:t>
            </a:r>
            <a:r>
              <a:rPr lang="da-DK" dirty="0"/>
              <a:t> of an ODE/ODE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57B76-7D82-78E7-D54B-AA113E2FB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A solution is stable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every</a:t>
            </a:r>
            <a:r>
              <a:rPr lang="da-DK" dirty="0"/>
              <a:t> solution, </a:t>
            </a:r>
            <a:r>
              <a:rPr lang="da-DK" dirty="0" err="1"/>
              <a:t>which</a:t>
            </a:r>
            <a:r>
              <a:rPr lang="da-DK" dirty="0"/>
              <a:t> starts </a:t>
            </a:r>
            <a:r>
              <a:rPr lang="da-DK" dirty="0" err="1"/>
              <a:t>sufficiently</a:t>
            </a:r>
            <a:r>
              <a:rPr lang="da-DK" dirty="0"/>
              <a:t> </a:t>
            </a:r>
            <a:r>
              <a:rPr lang="da-DK" dirty="0" err="1"/>
              <a:t>close</a:t>
            </a:r>
            <a:r>
              <a:rPr lang="da-DK" dirty="0"/>
              <a:t> to the solution </a:t>
            </a:r>
            <a:r>
              <a:rPr lang="da-DK" dirty="0" err="1"/>
              <a:t>remains</a:t>
            </a:r>
            <a:r>
              <a:rPr lang="da-DK" dirty="0"/>
              <a:t> </a:t>
            </a:r>
            <a:r>
              <a:rPr lang="da-DK" dirty="0" err="1"/>
              <a:t>close</a:t>
            </a:r>
            <a:r>
              <a:rPr lang="da-DK" dirty="0"/>
              <a:t> to the solution for all t &gt; t0</a:t>
            </a:r>
          </a:p>
          <a:p>
            <a:pPr marL="0" indent="0">
              <a:buNone/>
            </a:pPr>
            <a:endParaRPr lang="da-DK" baseline="-25000" dirty="0"/>
          </a:p>
          <a:p>
            <a:pPr marL="0" indent="0">
              <a:buNone/>
            </a:pPr>
            <a:endParaRPr lang="da-DK" baseline="-25000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4E9686-99E7-736C-CA7B-A04998CC7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69" y="2637932"/>
            <a:ext cx="5363323" cy="40867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6B1776-F410-770F-9C85-F2F4E9D44FEF}"/>
                  </a:ext>
                </a:extLst>
              </p:cNvPr>
              <p:cNvSpPr txBox="1"/>
              <p:nvPr/>
            </p:nvSpPr>
            <p:spPr>
              <a:xfrm>
                <a:off x="3067771" y="4681329"/>
                <a:ext cx="6594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6B1776-F410-770F-9C85-F2F4E9D44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771" y="4681329"/>
                <a:ext cx="659411" cy="369332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AB3510-2C38-4A8A-4281-8E9F251E366A}"/>
                  </a:ext>
                </a:extLst>
              </p:cNvPr>
              <p:cNvSpPr txBox="1"/>
              <p:nvPr/>
            </p:nvSpPr>
            <p:spPr>
              <a:xfrm>
                <a:off x="2241967" y="3234395"/>
                <a:ext cx="1485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AB3510-2C38-4A8A-4281-8E9F251E3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967" y="3234395"/>
                <a:ext cx="148521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778AB1-DC23-AD02-F4C3-0A3F6092F3EF}"/>
                  </a:ext>
                </a:extLst>
              </p:cNvPr>
              <p:cNvSpPr txBox="1"/>
              <p:nvPr/>
            </p:nvSpPr>
            <p:spPr>
              <a:xfrm>
                <a:off x="761426" y="4311997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778AB1-DC23-AD02-F4C3-0A3F6092F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26" y="4311997"/>
                <a:ext cx="4924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BF0E4E-C75B-8DE5-F4F8-DC478B31983D}"/>
                  </a:ext>
                </a:extLst>
              </p:cNvPr>
              <p:cNvSpPr txBox="1"/>
              <p:nvPr/>
            </p:nvSpPr>
            <p:spPr>
              <a:xfrm>
                <a:off x="0" y="3531542"/>
                <a:ext cx="12538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0 +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BF0E4E-C75B-8DE5-F4F8-DC478B319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31542"/>
                <a:ext cx="125386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552D481-6FA3-4D59-3D4E-AA0A148609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192" y="2710204"/>
            <a:ext cx="5525271" cy="3982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7AFB4D-4492-5583-C5BA-9EC3CA2F8665}"/>
              </a:ext>
            </a:extLst>
          </p:cNvPr>
          <p:cNvSpPr txBox="1"/>
          <p:nvPr/>
        </p:nvSpPr>
        <p:spPr>
          <a:xfrm>
            <a:off x="3305120" y="3816628"/>
            <a:ext cx="2328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Asymptotically</a:t>
            </a:r>
            <a:r>
              <a:rPr lang="da-DK" dirty="0"/>
              <a:t> stable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0EDF8F-F5D1-A224-ACEF-5A0D2567C578}"/>
              </a:ext>
            </a:extLst>
          </p:cNvPr>
          <p:cNvSpPr txBox="1"/>
          <p:nvPr/>
        </p:nvSpPr>
        <p:spPr>
          <a:xfrm>
            <a:off x="9189887" y="3816628"/>
            <a:ext cx="105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unstable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113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CFD941-27C8-2544-3C82-9250F561C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135" y="1174286"/>
            <a:ext cx="6510916" cy="4947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334369-6B03-8A11-01FC-8F83E93C59CA}"/>
              </a:ext>
            </a:extLst>
          </p:cNvPr>
          <p:cNvSpPr txBox="1"/>
          <p:nvPr/>
        </p:nvSpPr>
        <p:spPr>
          <a:xfrm>
            <a:off x="4277822" y="3278635"/>
            <a:ext cx="3220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Stable (but not </a:t>
            </a:r>
            <a:r>
              <a:rPr lang="da-DK" dirty="0" err="1"/>
              <a:t>asymptotically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542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73EB-C1AE-33FB-68AB-B8066043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ODE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66881-61CC-E324-D65F-96451FB8DC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7634"/>
                <a:ext cx="10515600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da-DK" dirty="0"/>
                  <a:t>If </a:t>
                </a:r>
                <a:r>
                  <a:rPr lang="da-DK" dirty="0" err="1"/>
                  <a:t>one</a:t>
                </a:r>
                <a:r>
                  <a:rPr lang="da-DK" dirty="0"/>
                  <a:t> of </a:t>
                </a:r>
                <a:r>
                  <a:rPr lang="da-DK" dirty="0" err="1"/>
                  <a:t>many</a:t>
                </a:r>
                <a:r>
                  <a:rPr lang="da-DK" dirty="0"/>
                  <a:t> </a:t>
                </a:r>
                <a:r>
                  <a:rPr lang="da-DK" dirty="0" err="1"/>
                  <a:t>ODEs</a:t>
                </a:r>
                <a:r>
                  <a:rPr lang="da-DK" dirty="0"/>
                  <a:t> </a:t>
                </a:r>
                <a:r>
                  <a:rPr lang="da-DK" dirty="0" err="1"/>
                  <a:t>are</a:t>
                </a:r>
                <a:r>
                  <a:rPr lang="da-DK" dirty="0"/>
                  <a:t> </a:t>
                </a:r>
                <a:r>
                  <a:rPr lang="da-DK" dirty="0" err="1"/>
                  <a:t>unstable</a:t>
                </a:r>
                <a:r>
                  <a:rPr lang="da-DK" dirty="0"/>
                  <a:t>, </a:t>
                </a:r>
                <a:r>
                  <a:rPr lang="da-DK" dirty="0" err="1"/>
                  <a:t>then</a:t>
                </a:r>
                <a:r>
                  <a:rPr lang="da-DK" dirty="0"/>
                  <a:t> the </a:t>
                </a:r>
                <a:r>
                  <a:rPr lang="da-DK" dirty="0" err="1"/>
                  <a:t>whole</a:t>
                </a:r>
                <a:r>
                  <a:rPr lang="da-DK" dirty="0"/>
                  <a:t> ODE system is </a:t>
                </a:r>
                <a:r>
                  <a:rPr lang="da-DK" dirty="0" err="1"/>
                  <a:t>unstable</a:t>
                </a:r>
                <a:r>
                  <a:rPr lang="da-DK" dirty="0"/>
                  <a:t>! 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For a </a:t>
                </a:r>
                <a:r>
                  <a:rPr lang="da-DK" dirty="0" err="1"/>
                  <a:t>linear</a:t>
                </a:r>
                <a:r>
                  <a:rPr lang="da-DK" dirty="0"/>
                  <a:t> ODE system with </a:t>
                </a:r>
                <a:r>
                  <a:rPr lang="da-DK" dirty="0" err="1"/>
                  <a:t>constant</a:t>
                </a:r>
                <a:r>
                  <a:rPr lang="da-DK" dirty="0"/>
                  <a:t> </a:t>
                </a:r>
                <a:r>
                  <a:rPr lang="da-DK" dirty="0" err="1"/>
                  <a:t>coefficients</a:t>
                </a:r>
                <a:r>
                  <a:rPr lang="da-DK" dirty="0"/>
                  <a:t> (LCC). 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a-DK" b="1" i="1" smtClean="0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da-DK" b="1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 err="1"/>
                  <a:t>Calculate</a:t>
                </a:r>
                <a:r>
                  <a:rPr lang="da-DK" dirty="0"/>
                  <a:t> </a:t>
                </a:r>
                <a:r>
                  <a:rPr lang="da-DK" dirty="0" err="1"/>
                  <a:t>eigenvalues</a:t>
                </a:r>
                <a:r>
                  <a:rPr lang="da-DK" dirty="0"/>
                  <a:t> (</a:t>
                </a:r>
                <a:r>
                  <a:rPr lang="el-GR" dirty="0"/>
                  <a:t>λ</a:t>
                </a:r>
                <a:r>
                  <a:rPr lang="da-DK" dirty="0"/>
                  <a:t>’s) of A </a:t>
                </a:r>
                <a:r>
                  <a:rPr lang="da-DK" dirty="0" err="1"/>
                  <a:t>then</a:t>
                </a:r>
                <a:r>
                  <a:rPr lang="da-DK" dirty="0"/>
                  <a:t>:</a:t>
                </a:r>
              </a:p>
              <a:p>
                <a:pPr marL="0" indent="0">
                  <a:buNone/>
                </a:pPr>
                <a:r>
                  <a:rPr lang="da-DK" dirty="0"/>
                  <a:t>If all real parts of </a:t>
                </a:r>
                <a:r>
                  <a:rPr lang="el-GR" dirty="0"/>
                  <a:t>λ</a:t>
                </a:r>
                <a:r>
                  <a:rPr lang="da-DK" dirty="0"/>
                  <a:t>’s &lt;  0, the system is stable</a:t>
                </a:r>
              </a:p>
              <a:p>
                <a:pPr marL="0" indent="0">
                  <a:buNone/>
                </a:pPr>
                <a:r>
                  <a:rPr lang="da-DK" dirty="0"/>
                  <a:t>If the real parts of </a:t>
                </a:r>
                <a:r>
                  <a:rPr lang="da-DK" dirty="0" err="1"/>
                  <a:t>any</a:t>
                </a:r>
                <a:r>
                  <a:rPr lang="da-DK" dirty="0"/>
                  <a:t> </a:t>
                </a:r>
                <a:r>
                  <a:rPr lang="el-GR" dirty="0"/>
                  <a:t>λ</a:t>
                </a:r>
                <a:r>
                  <a:rPr lang="da-DK" dirty="0"/>
                  <a:t>’s &gt; 0, the system is </a:t>
                </a:r>
                <a:r>
                  <a:rPr lang="da-DK" dirty="0" err="1"/>
                  <a:t>unstable</a:t>
                </a: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If </a:t>
                </a:r>
                <a:r>
                  <a:rPr lang="da-DK" dirty="0" err="1"/>
                  <a:t>any</a:t>
                </a:r>
                <a:r>
                  <a:rPr lang="da-DK" dirty="0"/>
                  <a:t> real parts of </a:t>
                </a:r>
                <a:r>
                  <a:rPr lang="el-GR" dirty="0"/>
                  <a:t>λ</a:t>
                </a:r>
                <a:r>
                  <a:rPr lang="da-DK" dirty="0"/>
                  <a:t>’s = 0 </a:t>
                </a:r>
                <a:r>
                  <a:rPr lang="da-DK" dirty="0">
                    <a:sym typeface="Wingdings" panose="05000000000000000000" pitchFamily="2" charset="2"/>
                  </a:rPr>
                  <a:t> marginal case: </a:t>
                </a:r>
              </a:p>
              <a:p>
                <a:r>
                  <a:rPr lang="da-DK" dirty="0" err="1">
                    <a:sym typeface="Wingdings" panose="05000000000000000000" pitchFamily="2" charset="2"/>
                  </a:rPr>
                  <a:t>Purely</a:t>
                </a:r>
                <a:r>
                  <a:rPr lang="da-DK" dirty="0">
                    <a:sym typeface="Wingdings" panose="05000000000000000000" pitchFamily="2" charset="2"/>
                  </a:rPr>
                  <a:t> </a:t>
                </a:r>
                <a:r>
                  <a:rPr lang="da-DK" dirty="0" err="1">
                    <a:sym typeface="Wingdings" panose="05000000000000000000" pitchFamily="2" charset="2"/>
                  </a:rPr>
                  <a:t>imaginary</a:t>
                </a:r>
                <a:r>
                  <a:rPr lang="da-DK" dirty="0">
                    <a:sym typeface="Wingdings" panose="05000000000000000000" pitchFamily="2" charset="2"/>
                  </a:rPr>
                  <a:t>, </a:t>
                </a:r>
                <a:r>
                  <a:rPr lang="da-DK" dirty="0" err="1">
                    <a:sym typeface="Wingdings" panose="05000000000000000000" pitchFamily="2" charset="2"/>
                  </a:rPr>
                  <a:t>then</a:t>
                </a:r>
                <a:r>
                  <a:rPr lang="da-DK" dirty="0">
                    <a:sym typeface="Wingdings" panose="05000000000000000000" pitchFamily="2" charset="2"/>
                  </a:rPr>
                  <a:t> </a:t>
                </a:r>
                <a:r>
                  <a:rPr lang="da-DK" dirty="0" err="1">
                    <a:sym typeface="Wingdings" panose="05000000000000000000" pitchFamily="2" charset="2"/>
                  </a:rPr>
                  <a:t>Lyapunov</a:t>
                </a:r>
                <a:r>
                  <a:rPr lang="da-DK" dirty="0">
                    <a:sym typeface="Wingdings" panose="05000000000000000000" pitchFamily="2" charset="2"/>
                  </a:rPr>
                  <a:t> stable, (</a:t>
                </a:r>
                <a:r>
                  <a:rPr lang="da-DK" dirty="0" err="1">
                    <a:sym typeface="Wingdings" panose="05000000000000000000" pitchFamily="2" charset="2"/>
                  </a:rPr>
                  <a:t>oscillatory</a:t>
                </a:r>
                <a:r>
                  <a:rPr lang="da-DK" dirty="0"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da-DK" dirty="0" err="1">
                    <a:sym typeface="Wingdings" panose="05000000000000000000" pitchFamily="2" charset="2"/>
                  </a:rPr>
                  <a:t>Imaginary</a:t>
                </a:r>
                <a:r>
                  <a:rPr lang="da-DK" dirty="0">
                    <a:sym typeface="Wingdings" panose="05000000000000000000" pitchFamily="2" charset="2"/>
                  </a:rPr>
                  <a:t> part </a:t>
                </a:r>
                <a:r>
                  <a:rPr lang="da-DK" dirty="0" err="1">
                    <a:sym typeface="Wingdings" panose="05000000000000000000" pitchFamily="2" charset="2"/>
                  </a:rPr>
                  <a:t>also</a:t>
                </a:r>
                <a:r>
                  <a:rPr lang="da-DK" dirty="0">
                    <a:sym typeface="Wingdings" panose="05000000000000000000" pitchFamily="2" charset="2"/>
                  </a:rPr>
                  <a:t> = 0, </a:t>
                </a:r>
                <a:r>
                  <a:rPr lang="da-DK" dirty="0" err="1">
                    <a:sym typeface="Wingdings" panose="05000000000000000000" pitchFamily="2" charset="2"/>
                  </a:rPr>
                  <a:t>we</a:t>
                </a:r>
                <a:r>
                  <a:rPr lang="da-DK" dirty="0">
                    <a:sym typeface="Wingdings" panose="05000000000000000000" pitchFamily="2" charset="2"/>
                  </a:rPr>
                  <a:t> </a:t>
                </a:r>
                <a:r>
                  <a:rPr lang="da-DK" dirty="0" err="1">
                    <a:sym typeface="Wingdings" panose="05000000000000000000" pitchFamily="2" charset="2"/>
                  </a:rPr>
                  <a:t>will</a:t>
                </a:r>
                <a:r>
                  <a:rPr lang="da-DK" dirty="0">
                    <a:sym typeface="Wingdings" panose="05000000000000000000" pitchFamily="2" charset="2"/>
                  </a:rPr>
                  <a:t> not go </a:t>
                </a:r>
                <a:r>
                  <a:rPr lang="da-DK" dirty="0" err="1">
                    <a:sym typeface="Wingdings" panose="05000000000000000000" pitchFamily="2" charset="2"/>
                  </a:rPr>
                  <a:t>that</a:t>
                </a:r>
                <a:r>
                  <a:rPr lang="da-DK" dirty="0">
                    <a:sym typeface="Wingdings" panose="05000000000000000000" pitchFamily="2" charset="2"/>
                  </a:rPr>
                  <a:t> </a:t>
                </a:r>
                <a:r>
                  <a:rPr lang="da-DK" dirty="0" err="1">
                    <a:sym typeface="Wingdings" panose="05000000000000000000" pitchFamily="2" charset="2"/>
                  </a:rPr>
                  <a:t>way</a:t>
                </a:r>
                <a:r>
                  <a:rPr lang="da-DK" dirty="0">
                    <a:sym typeface="Wingdings" panose="05000000000000000000" pitchFamily="2" charset="2"/>
                  </a:rPr>
                  <a:t>..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66881-61CC-E324-D65F-96451FB8DC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7634"/>
                <a:ext cx="10515600" cy="4351338"/>
              </a:xfrm>
              <a:blipFill>
                <a:blip r:embed="rId2"/>
                <a:stretch>
                  <a:fillRect l="-638" t="-2525" b="-2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5F9F61B-3189-8313-AB8F-29390D041E13}"/>
              </a:ext>
            </a:extLst>
          </p:cNvPr>
          <p:cNvSpPr txBox="1"/>
          <p:nvPr/>
        </p:nvSpPr>
        <p:spPr>
          <a:xfrm>
            <a:off x="4231583" y="6308209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Python </a:t>
            </a:r>
            <a:r>
              <a:rPr lang="da-DK" dirty="0" err="1"/>
              <a:t>call</a:t>
            </a:r>
            <a:r>
              <a:rPr lang="da-DK" dirty="0"/>
              <a:t> is </a:t>
            </a:r>
            <a:r>
              <a:rPr lang="da-DK" dirty="0" err="1"/>
              <a:t>np.linalg.eigvals</a:t>
            </a:r>
            <a:r>
              <a:rPr lang="da-DK" dirty="0"/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256121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F8F4BA-FAC7-FB5A-3F6F-FAD401A492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8922"/>
                <a:ext cx="10515600" cy="4368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a-DK" i="1" dirty="0">
                    <a:latin typeface="Cambria Math" panose="02040503050406030204" pitchFamily="18" charset="0"/>
                  </a:rPr>
                  <a:t>ODE system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1+3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a-DK" b="0" dirty="0"/>
                  <a:t>	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1−2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a-DK" b="0" dirty="0"/>
                  <a:t>	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1" i="1" smtClean="0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da-DK" b="1" dirty="0"/>
              </a:p>
              <a:p>
                <a:pPr marL="0" indent="0">
                  <a:buNone/>
                </a:pPr>
                <a:r>
                  <a:rPr lang="da-DK" dirty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a-DK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a-DK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a-DK" b="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da-DK" b="0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da-DK" b="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a-DK" dirty="0"/>
              </a:p>
              <a:p>
                <a:pPr marL="0" indent="0">
                  <a:buNone/>
                </a:pPr>
                <a:r>
                  <a:rPr lang="da-DK" dirty="0" err="1"/>
                  <a:t>Eigenvalues</a:t>
                </a:r>
                <a:r>
                  <a:rPr lang="da-DK" dirty="0"/>
                  <a:t> </a:t>
                </a:r>
                <a:r>
                  <a:rPr lang="da-DK" dirty="0">
                    <a:sym typeface="Wingdings" panose="05000000000000000000" pitchFamily="2" charset="2"/>
                  </a:rPr>
                  <a:t></a:t>
                </a:r>
                <a:r>
                  <a:rPr lang="da-DK" dirty="0"/>
                  <a:t> </a:t>
                </a:r>
                <a:r>
                  <a:rPr lang="da-DK" dirty="0" err="1"/>
                  <a:t>np.linalg.eigvals</a:t>
                </a:r>
                <a:r>
                  <a:rPr lang="da-DK" dirty="0"/>
                  <a:t>(A)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F8F4BA-FAC7-FB5A-3F6F-FAD401A49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8922"/>
                <a:ext cx="10515600" cy="4368041"/>
              </a:xfrm>
              <a:blipFill>
                <a:blip r:embed="rId2"/>
                <a:stretch>
                  <a:fillRect l="-1217" t="-2514" b="-37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E441D4-FD42-064E-D581-AA36B5DEB532}"/>
              </a:ext>
            </a:extLst>
          </p:cNvPr>
          <p:cNvCxnSpPr/>
          <p:nvPr/>
        </p:nvCxnSpPr>
        <p:spPr>
          <a:xfrm>
            <a:off x="5963478" y="3365189"/>
            <a:ext cx="0" cy="63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F77FCF-32A8-C8E9-7020-3FAAE7B9941F}"/>
              </a:ext>
            </a:extLst>
          </p:cNvPr>
          <p:cNvCxnSpPr/>
          <p:nvPr/>
        </p:nvCxnSpPr>
        <p:spPr>
          <a:xfrm>
            <a:off x="6831496" y="3365188"/>
            <a:ext cx="0" cy="63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121D66-128F-C831-8E60-175105C460F1}"/>
              </a:ext>
            </a:extLst>
          </p:cNvPr>
          <p:cNvGrpSpPr/>
          <p:nvPr/>
        </p:nvGrpSpPr>
        <p:grpSpPr>
          <a:xfrm>
            <a:off x="4692554" y="2555002"/>
            <a:ext cx="3557512" cy="701800"/>
            <a:chOff x="4692554" y="2555002"/>
            <a:chExt cx="3557512" cy="7018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D2EDB39-C640-8941-A5EE-569004C7692B}"/>
                </a:ext>
              </a:extLst>
            </p:cNvPr>
            <p:cNvSpPr txBox="1"/>
            <p:nvPr/>
          </p:nvSpPr>
          <p:spPr>
            <a:xfrm>
              <a:off x="4692554" y="2555002"/>
              <a:ext cx="3557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Columns </a:t>
              </a:r>
              <a:r>
                <a:rPr lang="da-DK" dirty="0" err="1"/>
                <a:t>are</a:t>
              </a:r>
              <a:r>
                <a:rPr lang="da-DK" dirty="0"/>
                <a:t> </a:t>
              </a:r>
              <a:r>
                <a:rPr lang="da-DK" dirty="0" err="1"/>
                <a:t>coefficient</a:t>
              </a:r>
              <a:r>
                <a:rPr lang="da-DK" dirty="0"/>
                <a:t> in front of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D6CCDB3-A998-D4A9-B4E5-FAEF77E066A3}"/>
                </a:ext>
              </a:extLst>
            </p:cNvPr>
            <p:cNvSpPr txBox="1"/>
            <p:nvPr/>
          </p:nvSpPr>
          <p:spPr>
            <a:xfrm>
              <a:off x="5735370" y="2874605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u1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66BA8C-08C6-F31F-3BDF-FCD576482E75}"/>
                </a:ext>
              </a:extLst>
            </p:cNvPr>
            <p:cNvSpPr txBox="1"/>
            <p:nvPr/>
          </p:nvSpPr>
          <p:spPr>
            <a:xfrm>
              <a:off x="6613327" y="2887470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u2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D9F7AD4-3105-9136-B97F-DBF9E8504B95}"/>
              </a:ext>
            </a:extLst>
          </p:cNvPr>
          <p:cNvSpPr txBox="1"/>
          <p:nvPr/>
        </p:nvSpPr>
        <p:spPr>
          <a:xfrm>
            <a:off x="8552347" y="4307855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Rows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the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ODEs</a:t>
            </a:r>
            <a:endParaRPr lang="da-DK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C27FBC-2198-483F-1176-8DFECC8D4B11}"/>
              </a:ext>
            </a:extLst>
          </p:cNvPr>
          <p:cNvGrpSpPr/>
          <p:nvPr/>
        </p:nvGrpSpPr>
        <p:grpSpPr>
          <a:xfrm>
            <a:off x="7166113" y="4131621"/>
            <a:ext cx="1333020" cy="758542"/>
            <a:chOff x="7185991" y="4807525"/>
            <a:chExt cx="1333020" cy="75854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724298D-0ED7-E2DB-E302-68B03E9DE186}"/>
                </a:ext>
              </a:extLst>
            </p:cNvPr>
            <p:cNvSpPr txBox="1"/>
            <p:nvPr/>
          </p:nvSpPr>
          <p:spPr>
            <a:xfrm>
              <a:off x="7682948" y="4807525"/>
              <a:ext cx="836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du1/</a:t>
              </a:r>
              <a:r>
                <a:rPr lang="da-DK" dirty="0" err="1"/>
                <a:t>dt</a:t>
              </a:r>
              <a:endParaRPr lang="da-DK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CD6469-B2B7-8714-8B51-567933D9E525}"/>
                </a:ext>
              </a:extLst>
            </p:cNvPr>
            <p:cNvSpPr txBox="1"/>
            <p:nvPr/>
          </p:nvSpPr>
          <p:spPr>
            <a:xfrm>
              <a:off x="7682948" y="5196735"/>
              <a:ext cx="836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du2/</a:t>
              </a:r>
              <a:r>
                <a:rPr lang="da-DK" dirty="0" err="1"/>
                <a:t>dt</a:t>
              </a:r>
              <a:endParaRPr lang="da-DK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FCEDC8F-D76F-3210-744F-82EA65A30362}"/>
                </a:ext>
              </a:extLst>
            </p:cNvPr>
            <p:cNvCxnSpPr>
              <a:stCxn id="12" idx="1"/>
            </p:cNvCxnSpPr>
            <p:nvPr/>
          </p:nvCxnSpPr>
          <p:spPr>
            <a:xfrm flipH="1" flipV="1">
              <a:off x="7185991" y="4983759"/>
              <a:ext cx="496957" cy="84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EFA3B2E-9135-9ABB-7FF1-D997AA9661E8}"/>
                </a:ext>
              </a:extLst>
            </p:cNvPr>
            <p:cNvCxnSpPr/>
            <p:nvPr/>
          </p:nvCxnSpPr>
          <p:spPr>
            <a:xfrm flipH="1" flipV="1">
              <a:off x="7205869" y="5422742"/>
              <a:ext cx="496957" cy="84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E30E6D-B28A-9FFB-A95A-E17389ADFDCB}"/>
                  </a:ext>
                </a:extLst>
              </p:cNvPr>
              <p:cNvSpPr txBox="1"/>
              <p:nvPr/>
            </p:nvSpPr>
            <p:spPr>
              <a:xfrm>
                <a:off x="1530626" y="531851"/>
                <a:ext cx="9658029" cy="989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sz="2800" dirty="0"/>
                  <a:t>How to </a:t>
                </a:r>
                <a:r>
                  <a:rPr lang="da-DK" sz="2800" dirty="0" err="1"/>
                  <a:t>get</a:t>
                </a:r>
                <a:r>
                  <a:rPr lang="da-DK" sz="2800" dirty="0"/>
                  <a:t> A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sz="2800" b="1" i="1">
                            <a:latin typeface="Cambria Math" panose="02040503050406030204" pitchFamily="18" charset="0"/>
                          </a:rPr>
                          <m:t>𝒖</m:t>
                        </m:r>
                      </m:num>
                      <m:den>
                        <m:r>
                          <a:rPr lang="da-DK" sz="2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da-DK" sz="2800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da-DK" sz="2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sz="2800" b="1" dirty="0"/>
                  <a:t> </a:t>
                </a:r>
                <a:r>
                  <a:rPr lang="da-DK" sz="2800" dirty="0"/>
                  <a:t>from multiple </a:t>
                </a:r>
                <a:r>
                  <a:rPr lang="da-DK" sz="2800" dirty="0" err="1"/>
                  <a:t>ODEs</a:t>
                </a:r>
                <a:r>
                  <a:rPr lang="da-DK" sz="2800" dirty="0"/>
                  <a:t> in the LCC case?</a:t>
                </a: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E30E6D-B28A-9FFB-A95A-E17389ADF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626" y="531851"/>
                <a:ext cx="9658029" cy="989886"/>
              </a:xfrm>
              <a:prstGeom prst="rect">
                <a:avLst/>
              </a:prstGeom>
              <a:blipFill>
                <a:blip r:embed="rId3"/>
                <a:stretch>
                  <a:fillRect l="-1263" r="-31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3231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2CB3D8-E42B-8613-916F-EBEDD1195726}"/>
              </a:ext>
            </a:extLst>
          </p:cNvPr>
          <p:cNvSpPr txBox="1"/>
          <p:nvPr/>
        </p:nvSpPr>
        <p:spPr>
          <a:xfrm>
            <a:off x="3021496" y="2844225"/>
            <a:ext cx="63780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dirty="0" err="1"/>
              <a:t>Stability</a:t>
            </a:r>
            <a:r>
              <a:rPr lang="da-DK" sz="3200" dirty="0"/>
              <a:t> in non-linear ODE systems</a:t>
            </a:r>
          </a:p>
        </p:txBody>
      </p:sp>
    </p:spTree>
    <p:extLst>
      <p:ext uri="{BB962C8B-B14F-4D97-AF65-F5344CB8AC3E}">
        <p14:creationId xmlns:p14="http://schemas.microsoft.com/office/powerpoint/2010/main" val="1493739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DCF3C5D-8D0C-E367-42B7-0D71FF8277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6983" y="702503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a-DK" sz="1800" dirty="0"/>
                  <a:t>Stability of nonlinear ODE is not straight forward and 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sz="18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a-DK" sz="1800" b="1" i="1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da-DK" sz="1800" b="1" dirty="0"/>
              </a:p>
              <a:p>
                <a:pPr marL="0" indent="0">
                  <a:buNone/>
                </a:pPr>
                <a:r>
                  <a:rPr lang="da-DK" sz="1800" dirty="0"/>
                  <a:t>Is not </a:t>
                </a:r>
                <a:r>
                  <a:rPr lang="da-DK" sz="1800" dirty="0" err="1"/>
                  <a:t>possible</a:t>
                </a:r>
                <a:r>
                  <a:rPr lang="da-DK" sz="1800" dirty="0"/>
                  <a:t> with </a:t>
                </a:r>
                <a:r>
                  <a:rPr lang="da-DK" sz="1800" dirty="0" err="1"/>
                  <a:t>constant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coefficients</a:t>
                </a:r>
                <a:r>
                  <a:rPr lang="da-DK" sz="1800" dirty="0"/>
                  <a:t> in A. So </a:t>
                </a:r>
                <a:r>
                  <a:rPr lang="da-DK" sz="1800" dirty="0" err="1"/>
                  <a:t>we</a:t>
                </a:r>
                <a:r>
                  <a:rPr lang="da-DK" sz="1800" dirty="0"/>
                  <a:t> </a:t>
                </a:r>
                <a:r>
                  <a:rPr lang="da-DK" sz="1800" dirty="0" err="1"/>
                  <a:t>instead</a:t>
                </a:r>
                <a:r>
                  <a:rPr lang="da-DK" sz="1800" dirty="0"/>
                  <a:t> have </a:t>
                </a:r>
                <a:r>
                  <a:rPr lang="da-DK" sz="1800" dirty="0" err="1"/>
                  <a:t>some</a:t>
                </a:r>
                <a:r>
                  <a:rPr lang="da-DK" sz="1800" dirty="0"/>
                  <a:t> nonlinear </a:t>
                </a:r>
                <a:r>
                  <a:rPr lang="da-DK" sz="1800" dirty="0" err="1"/>
                  <a:t>function</a:t>
                </a:r>
                <a:r>
                  <a:rPr lang="da-DK" sz="1800" dirty="0"/>
                  <a:t> </a:t>
                </a:r>
                <a:r>
                  <a:rPr lang="da-DK" sz="1800" dirty="0" err="1"/>
                  <a:t>vector</a:t>
                </a:r>
                <a:r>
                  <a:rPr lang="da-DK" sz="1800" dirty="0"/>
                  <a:t>, f.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sz="18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8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da-DK" sz="1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1800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da-DK" sz="1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sz="1800" dirty="0"/>
              </a:p>
              <a:p>
                <a:pPr marL="0" indent="0">
                  <a:buNone/>
                </a:pPr>
                <a:r>
                  <a:rPr lang="da-DK" sz="1800" dirty="0" err="1"/>
                  <a:t>We</a:t>
                </a:r>
                <a:r>
                  <a:rPr lang="da-DK" sz="1800" dirty="0"/>
                  <a:t> still </a:t>
                </a:r>
                <a:r>
                  <a:rPr lang="da-DK" sz="1800" dirty="0" err="1"/>
                  <a:t>want</a:t>
                </a:r>
                <a:r>
                  <a:rPr lang="da-DK" sz="1800" dirty="0"/>
                  <a:t> to </a:t>
                </a:r>
                <a:r>
                  <a:rPr lang="da-DK" sz="1800" dirty="0" err="1"/>
                  <a:t>know</a:t>
                </a:r>
                <a:r>
                  <a:rPr lang="da-DK" sz="1800" dirty="0"/>
                  <a:t> </a:t>
                </a:r>
                <a:r>
                  <a:rPr lang="da-DK" sz="1800" dirty="0" err="1"/>
                  <a:t>if</a:t>
                </a:r>
                <a:r>
                  <a:rPr lang="da-DK" sz="1800" dirty="0"/>
                  <a:t> </a:t>
                </a:r>
                <a14:m>
                  <m:oMath xmlns:m="http://schemas.openxmlformats.org/officeDocument/2006/math">
                    <m:r>
                      <a:rPr lang="da-DK" sz="1800" b="1" i="1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da-DK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a-DK" sz="18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sz="1800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da-DK" sz="1800" b="1" i="1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da-DK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a-DK" sz="1800" dirty="0"/>
                  <a:t> </a:t>
                </a:r>
                <a:r>
                  <a:rPr lang="da-DK" sz="1800" dirty="0" err="1"/>
                  <a:t>stays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close</a:t>
                </a:r>
                <a:r>
                  <a:rPr lang="da-DK" sz="1800" dirty="0"/>
                  <a:t> to </a:t>
                </a:r>
                <a14:m>
                  <m:oMath xmlns:m="http://schemas.openxmlformats.org/officeDocument/2006/math">
                    <m:r>
                      <a:rPr lang="da-DK" sz="18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a-DK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a-DK" sz="1800" dirty="0"/>
                  <a:t> (</a:t>
                </a:r>
                <a:r>
                  <a:rPr lang="da-DK" sz="1800" dirty="0" err="1"/>
                  <a:t>condition</a:t>
                </a:r>
                <a:r>
                  <a:rPr lang="da-DK" sz="1800" dirty="0"/>
                  <a:t> for </a:t>
                </a:r>
                <a:r>
                  <a:rPr lang="da-DK" sz="1800" dirty="0" err="1"/>
                  <a:t>stability</a:t>
                </a:r>
                <a:r>
                  <a:rPr lang="da-DK" sz="1800" dirty="0"/>
                  <a:t>)</a:t>
                </a:r>
              </a:p>
              <a:p>
                <a:pPr marL="0" indent="0">
                  <a:buNone/>
                </a:pPr>
                <a:r>
                  <a:rPr lang="da-DK" sz="1800" dirty="0"/>
                  <a:t>Linearization with </a:t>
                </a:r>
                <a:r>
                  <a:rPr lang="da-DK" sz="1800" dirty="0" err="1"/>
                  <a:t>taylor</a:t>
                </a:r>
                <a:r>
                  <a:rPr lang="da-DK" sz="1800" dirty="0"/>
                  <a:t> </a:t>
                </a:r>
                <a:r>
                  <a:rPr lang="da-DK" sz="1800" dirty="0" err="1"/>
                  <a:t>expansion</a:t>
                </a:r>
                <a:r>
                  <a:rPr lang="da-DK" sz="1800" dirty="0"/>
                  <a:t> </a:t>
                </a:r>
                <a:r>
                  <a:rPr lang="da-DK" sz="1800" dirty="0" err="1"/>
                  <a:t>will</a:t>
                </a:r>
                <a:r>
                  <a:rPr lang="da-DK" sz="1800" dirty="0"/>
                  <a:t> </a:t>
                </a:r>
                <a:r>
                  <a:rPr lang="da-DK" sz="1800" dirty="0" err="1"/>
                  <a:t>get</a:t>
                </a:r>
                <a:r>
                  <a:rPr lang="da-DK" sz="1800" dirty="0"/>
                  <a:t> </a:t>
                </a:r>
                <a:r>
                  <a:rPr lang="da-DK" sz="1800" dirty="0" err="1"/>
                  <a:t>us</a:t>
                </a:r>
                <a:r>
                  <a:rPr lang="da-DK" sz="1800" dirty="0"/>
                  <a:t> to 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sz="18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da-DK" sz="1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da-DK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8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da-DK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da-DK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sz="1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sz="18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num>
                        <m:den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sz="18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den>
                      </m:f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da-DK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</m:t>
                      </m:r>
                      <m:r>
                        <a:rPr lang="da-DK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da-DK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da-DK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e>
                        <m:sup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sz="1800" dirty="0"/>
              </a:p>
              <a:p>
                <a:pPr marL="0" indent="0">
                  <a:buNone/>
                </a:pPr>
                <a:r>
                  <a:rPr lang="da-DK" sz="1800" dirty="0"/>
                  <a:t> 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sz="18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num>
                        <m:den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sz="18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den>
                      </m:f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da-DK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da-DK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sz="18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a-DK" sz="1800" dirty="0"/>
              </a:p>
              <a:p>
                <a:pPr marL="0" indent="0">
                  <a:buNone/>
                </a:pPr>
                <a:r>
                  <a:rPr lang="da-DK" sz="1800" dirty="0"/>
                  <a:t>J is the </a:t>
                </a:r>
                <a:r>
                  <a:rPr lang="da-DK" sz="1800" b="1" dirty="0" err="1"/>
                  <a:t>jacobian</a:t>
                </a:r>
                <a:endParaRPr lang="da-DK" sz="1800" b="1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DCF3C5D-8D0C-E367-42B7-0D71FF827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6983" y="702503"/>
                <a:ext cx="10515600" cy="4351338"/>
              </a:xfrm>
              <a:blipFill>
                <a:blip r:embed="rId2"/>
                <a:stretch>
                  <a:fillRect l="-464" t="-1261" b="-3053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096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2931-A0DF-1500-B538-01B9C84F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Stability</a:t>
            </a:r>
            <a:r>
              <a:rPr lang="da-DK" dirty="0"/>
              <a:t> of the nonlinear ODE system </a:t>
            </a:r>
            <a:r>
              <a:rPr lang="da-DK" dirty="0" err="1"/>
              <a:t>around</a:t>
            </a:r>
            <a:r>
              <a:rPr lang="da-DK" dirty="0"/>
              <a:t> </a:t>
            </a:r>
            <a:r>
              <a:rPr lang="da-DK" dirty="0" err="1"/>
              <a:t>critical</a:t>
            </a:r>
            <a:r>
              <a:rPr lang="da-DK" dirty="0"/>
              <a:t>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6CCC6B-B3EB-CFFA-A3F5-8F46BC19AC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a-DK" dirty="0"/>
                  <a:t>Critical points/</a:t>
                </a:r>
                <a:r>
                  <a:rPr lang="da-DK" dirty="0" err="1"/>
                  <a:t>steady</a:t>
                </a:r>
                <a:r>
                  <a:rPr lang="da-DK" dirty="0"/>
                  <a:t> </a:t>
                </a:r>
                <a:r>
                  <a:rPr lang="da-DK" dirty="0" err="1"/>
                  <a:t>state</a:t>
                </a:r>
                <a:r>
                  <a:rPr lang="da-DK" dirty="0"/>
                  <a:t>/</a:t>
                </a:r>
                <a:r>
                  <a:rPr lang="da-DK" dirty="0" err="1"/>
                  <a:t>stationary</a:t>
                </a:r>
                <a:r>
                  <a:rPr lang="da-DK" dirty="0"/>
                  <a:t> solutions is </a:t>
                </a:r>
                <a:r>
                  <a:rPr lang="da-DK" dirty="0" err="1"/>
                  <a:t>where</a:t>
                </a:r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Is the </a:t>
                </a:r>
                <a:r>
                  <a:rPr lang="da-DK" dirty="0" err="1"/>
                  <a:t>critical</a:t>
                </a:r>
                <a:r>
                  <a:rPr lang="da-DK" dirty="0"/>
                  <a:t> points stable or </a:t>
                </a:r>
                <a:r>
                  <a:rPr lang="da-DK" dirty="0" err="1"/>
                  <a:t>unstable</a:t>
                </a:r>
                <a:r>
                  <a:rPr lang="da-DK" dirty="0"/>
                  <a:t>?</a:t>
                </a:r>
              </a:p>
              <a:p>
                <a:pPr marL="514350" indent="-514350">
                  <a:buAutoNum type="arabicPeriod"/>
                </a:pPr>
                <a:r>
                  <a:rPr lang="da-DK" dirty="0"/>
                  <a:t>Find the solution (u*)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b="1" i="1">
                            <a:latin typeface="Cambria Math" panose="02040503050406030204" pitchFamily="18" charset="0"/>
                          </a:rPr>
                          <m:t>𝒖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da-DK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da-DK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a-DK" dirty="0"/>
                  <a:t> (</a:t>
                </a:r>
                <a:r>
                  <a:rPr lang="da-DK" dirty="0" err="1"/>
                  <a:t>use</a:t>
                </a:r>
                <a:r>
                  <a:rPr lang="da-DK" dirty="0"/>
                  <a:t> </a:t>
                </a:r>
                <a:r>
                  <a:rPr lang="da-DK" dirty="0" err="1"/>
                  <a:t>fsolve</a:t>
                </a:r>
                <a:r>
                  <a:rPr lang="da-DK" dirty="0"/>
                  <a:t>)</a:t>
                </a:r>
              </a:p>
              <a:p>
                <a:pPr marL="514350" indent="-514350">
                  <a:buAutoNum type="arabicPeriod"/>
                </a:pPr>
                <a:r>
                  <a:rPr lang="da-DK" dirty="0" err="1"/>
                  <a:t>Evaluate</a:t>
                </a:r>
                <a:r>
                  <a:rPr lang="da-DK" dirty="0"/>
                  <a:t> the </a:t>
                </a:r>
                <a:r>
                  <a:rPr lang="da-DK" dirty="0" err="1"/>
                  <a:t>eigenvalues</a:t>
                </a:r>
                <a:r>
                  <a:rPr lang="da-DK" dirty="0"/>
                  <a:t> of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da-DK" b="0" dirty="0"/>
                  <a:t> to </a:t>
                </a:r>
                <a:r>
                  <a:rPr lang="da-DK" b="0" dirty="0" err="1"/>
                  <a:t>assess</a:t>
                </a:r>
                <a:r>
                  <a:rPr lang="da-DK" b="0" dirty="0"/>
                  <a:t> </a:t>
                </a:r>
                <a:r>
                  <a:rPr lang="da-DK" b="0" dirty="0" err="1"/>
                  <a:t>stability</a:t>
                </a:r>
                <a:r>
                  <a:rPr lang="da-DK" b="0" dirty="0"/>
                  <a:t> as for LCC systems, </a:t>
                </a:r>
                <a:r>
                  <a:rPr lang="da-DK" b="0" dirty="0" err="1"/>
                  <a:t>where</a:t>
                </a:r>
                <a:r>
                  <a:rPr lang="da-DK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da-DK" b="0" dirty="0"/>
                  <a:t> is a </a:t>
                </a:r>
                <a:r>
                  <a:rPr lang="da-DK" b="0" dirty="0" err="1"/>
                  <a:t>critical</a:t>
                </a:r>
                <a:r>
                  <a:rPr lang="da-DK" b="0" dirty="0"/>
                  <a:t> point. </a:t>
                </a:r>
              </a:p>
              <a:p>
                <a:pPr marL="0" indent="0">
                  <a:buNone/>
                </a:pPr>
                <a:r>
                  <a:rPr lang="da-DK" b="0" dirty="0"/>
                  <a:t>(</a:t>
                </a:r>
                <a:r>
                  <a:rPr lang="da-DK" b="0" dirty="0" err="1"/>
                  <a:t>use</a:t>
                </a:r>
                <a:r>
                  <a:rPr lang="da-DK" b="0" dirty="0"/>
                  <a:t> </a:t>
                </a:r>
                <a:r>
                  <a:rPr lang="da-DK" b="0" dirty="0" err="1"/>
                  <a:t>numdifftools.Jacobian</a:t>
                </a:r>
                <a:r>
                  <a:rPr lang="da-DK" b="0" dirty="0"/>
                  <a:t>)</a:t>
                </a: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6CCC6B-B3EB-CFFA-A3F5-8F46BC19AC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ADC987-BEBE-B13F-C1AE-1E01D8BA94BA}"/>
                  </a:ext>
                </a:extLst>
              </p:cNvPr>
              <p:cNvSpPr txBox="1"/>
              <p:nvPr/>
            </p:nvSpPr>
            <p:spPr>
              <a:xfrm>
                <a:off x="3047172" y="2642799"/>
                <a:ext cx="6097656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sz="18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8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da-DK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da-DK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a-DK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ADC987-BEBE-B13F-C1AE-1E01D8BA9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72" y="2642799"/>
                <a:ext cx="6097656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319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8DE45DD-3E5C-7408-A222-17B958489F7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8DE45DD-3E5C-7408-A222-17B958489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2B4135-3837-0C2B-692B-8CF7DF9A9B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−0.1</m:t>
                    </m:r>
                  </m:oMath>
                </a14:m>
                <a:r>
                  <a:rPr lang="da-DK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a-DK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=0.075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1.5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dirty="0"/>
                  <a:t> 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da-DK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−0.1</m:t>
                                </m:r>
                                <m:sSub>
                                  <m:sSub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−0.1</m:t>
                                </m:r>
                                <m:sSub>
                                  <m:sSub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0.075</m:t>
                                </m:r>
                                <m:sSub>
                                  <m:sSub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0.075</m:t>
                                </m:r>
                                <m:sSub>
                                  <m:sSub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−1.5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2B4135-3837-0C2B-692B-8CF7DF9A9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C418ADF-CBE9-DF29-388B-C8D4F0C28710}"/>
              </a:ext>
            </a:extLst>
          </p:cNvPr>
          <p:cNvSpPr txBox="1"/>
          <p:nvPr/>
        </p:nvSpPr>
        <p:spPr>
          <a:xfrm>
            <a:off x="4789715" y="59425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a-DK" b="0" dirty="0"/>
              <a:t>Demonstration </a:t>
            </a:r>
            <a:r>
              <a:rPr lang="da-DK" b="0" dirty="0" err="1"/>
              <a:t>python</a:t>
            </a:r>
            <a:endParaRPr lang="da-DK" b="0" dirty="0"/>
          </a:p>
        </p:txBody>
      </p:sp>
    </p:spTree>
    <p:extLst>
      <p:ext uri="{BB962C8B-B14F-4D97-AF65-F5344CB8AC3E}">
        <p14:creationId xmlns:p14="http://schemas.microsoft.com/office/powerpoint/2010/main" val="1220155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C929B-90E5-E58D-882C-B71F6468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Stiffness</a:t>
            </a:r>
            <a:r>
              <a:rPr lang="da-DK" dirty="0"/>
              <a:t> in ODE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AF080-5AF0-BADB-C615-E83E4E0E5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Stable ODE system (from </a:t>
            </a:r>
            <a:r>
              <a:rPr lang="da-DK" dirty="0" err="1"/>
              <a:t>analytical</a:t>
            </a:r>
            <a:r>
              <a:rPr lang="da-DK" dirty="0"/>
              <a:t> point of view) </a:t>
            </a:r>
            <a:r>
              <a:rPr lang="da-DK" dirty="0" err="1"/>
              <a:t>can</a:t>
            </a:r>
            <a:r>
              <a:rPr lang="da-DK" dirty="0"/>
              <a:t> still </a:t>
            </a:r>
            <a:r>
              <a:rPr lang="da-DK" dirty="0" err="1"/>
              <a:t>result</a:t>
            </a:r>
            <a:r>
              <a:rPr lang="da-DK" dirty="0"/>
              <a:t> in </a:t>
            </a:r>
            <a:r>
              <a:rPr lang="da-DK" dirty="0" err="1"/>
              <a:t>unstable</a:t>
            </a:r>
            <a:r>
              <a:rPr lang="da-DK" dirty="0"/>
              <a:t> solution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care</a:t>
            </a:r>
            <a:r>
              <a:rPr lang="da-DK" dirty="0"/>
              <a:t> is not </a:t>
            </a:r>
            <a:r>
              <a:rPr lang="da-DK" dirty="0" err="1"/>
              <a:t>taken</a:t>
            </a:r>
            <a:r>
              <a:rPr lang="da-DK" dirty="0"/>
              <a:t>!</a:t>
            </a:r>
          </a:p>
          <a:p>
            <a:r>
              <a:rPr lang="da-DK" dirty="0" err="1"/>
              <a:t>Stability</a:t>
            </a:r>
            <a:r>
              <a:rPr lang="da-DK" dirty="0"/>
              <a:t> of solution </a:t>
            </a:r>
            <a:r>
              <a:rPr lang="da-DK" dirty="0" err="1"/>
              <a:t>depends</a:t>
            </a:r>
            <a:r>
              <a:rPr lang="da-DK" dirty="0"/>
              <a:t> on </a:t>
            </a:r>
            <a:r>
              <a:rPr lang="da-DK" dirty="0" err="1"/>
              <a:t>both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 of </a:t>
            </a:r>
            <a:r>
              <a:rPr lang="da-DK" dirty="0" err="1"/>
              <a:t>discretization</a:t>
            </a:r>
            <a:r>
              <a:rPr lang="da-DK" dirty="0"/>
              <a:t> and time integration </a:t>
            </a:r>
            <a:r>
              <a:rPr lang="da-DK" dirty="0" err="1"/>
              <a:t>method</a:t>
            </a:r>
            <a:r>
              <a:rPr lang="da-DK" dirty="0"/>
              <a:t>!</a:t>
            </a:r>
          </a:p>
          <a:p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solvers</a:t>
            </a:r>
            <a:r>
              <a:rPr lang="da-DK" dirty="0"/>
              <a:t> with adaptive </a:t>
            </a:r>
            <a:r>
              <a:rPr lang="da-DK" dirty="0" err="1"/>
              <a:t>stepsize</a:t>
            </a:r>
            <a:r>
              <a:rPr lang="da-DK" dirty="0"/>
              <a:t>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avoid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stability</a:t>
            </a:r>
            <a:r>
              <a:rPr lang="da-DK" dirty="0">
                <a:sym typeface="Wingdings" panose="05000000000000000000" pitchFamily="2" charset="2"/>
              </a:rPr>
              <a:t> issue, but </a:t>
            </a:r>
            <a:r>
              <a:rPr lang="da-DK" dirty="0" err="1">
                <a:sym typeface="Wingdings" panose="05000000000000000000" pitchFamily="2" charset="2"/>
              </a:rPr>
              <a:t>increase</a:t>
            </a:r>
            <a:r>
              <a:rPr lang="da-DK" dirty="0">
                <a:sym typeface="Wingdings" panose="05000000000000000000" pitchFamily="2" charset="2"/>
              </a:rPr>
              <a:t> time to </a:t>
            </a:r>
            <a:r>
              <a:rPr lang="da-DK" dirty="0" err="1">
                <a:sym typeface="Wingdings" panose="05000000000000000000" pitchFamily="2" charset="2"/>
              </a:rPr>
              <a:t>solve</a:t>
            </a:r>
            <a:r>
              <a:rPr lang="da-DK" dirty="0">
                <a:sym typeface="Wingdings" panose="05000000000000000000" pitchFamily="2" charset="2"/>
              </a:rPr>
              <a:t> it</a:t>
            </a:r>
            <a:r>
              <a:rPr lang="da-DK" dirty="0"/>
              <a:t> </a:t>
            </a:r>
          </a:p>
          <a:p>
            <a:r>
              <a:rPr lang="da-DK" dirty="0" err="1"/>
              <a:t>Stiffness</a:t>
            </a:r>
            <a:r>
              <a:rPr lang="da-DK" dirty="0"/>
              <a:t> ratio. </a:t>
            </a:r>
            <a:r>
              <a:rPr lang="da-DK" dirty="0" err="1"/>
              <a:t>Largest</a:t>
            </a:r>
            <a:r>
              <a:rPr lang="da-DK" dirty="0"/>
              <a:t>/smallest </a:t>
            </a:r>
            <a:r>
              <a:rPr lang="da-DK" dirty="0" err="1"/>
              <a:t>eigenvalue</a:t>
            </a:r>
            <a:r>
              <a:rPr lang="da-DK" dirty="0"/>
              <a:t>. </a:t>
            </a:r>
            <a:r>
              <a:rPr lang="da-DK" dirty="0" err="1"/>
              <a:t>Rule</a:t>
            </a:r>
            <a:r>
              <a:rPr lang="da-DK" dirty="0"/>
              <a:t> of </a:t>
            </a:r>
            <a:r>
              <a:rPr lang="da-DK" dirty="0" err="1"/>
              <a:t>thumb</a:t>
            </a:r>
            <a:r>
              <a:rPr lang="da-DK" dirty="0"/>
              <a:t>: </a:t>
            </a:r>
            <a:r>
              <a:rPr lang="da-DK" dirty="0" err="1"/>
              <a:t>above</a:t>
            </a:r>
            <a:r>
              <a:rPr lang="da-DK" dirty="0"/>
              <a:t> 1000 it is </a:t>
            </a:r>
            <a:r>
              <a:rPr lang="da-DK" dirty="0" err="1"/>
              <a:t>stiff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9520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EB4A4CB3-E0CA-4F04-21B1-CAC5A7486A63}"/>
              </a:ext>
            </a:extLst>
          </p:cNvPr>
          <p:cNvGrpSpPr/>
          <p:nvPr/>
        </p:nvGrpSpPr>
        <p:grpSpPr>
          <a:xfrm>
            <a:off x="155869" y="26938"/>
            <a:ext cx="5880497" cy="6858000"/>
            <a:chOff x="215503" y="354925"/>
            <a:chExt cx="5880497" cy="68580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8266A4A-9170-F697-93E2-38472B591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003" y="354925"/>
              <a:ext cx="5816997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305F59A-20DA-5A67-B52B-0F6107E0B870}"/>
                </a:ext>
              </a:extLst>
            </p:cNvPr>
            <p:cNvSpPr/>
            <p:nvPr/>
          </p:nvSpPr>
          <p:spPr>
            <a:xfrm>
              <a:off x="279003" y="609600"/>
              <a:ext cx="5728097" cy="393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48D798-F4F4-EEAD-A9CA-3BAB9D9D4326}"/>
                </a:ext>
              </a:extLst>
            </p:cNvPr>
            <p:cNvSpPr/>
            <p:nvPr/>
          </p:nvSpPr>
          <p:spPr>
            <a:xfrm>
              <a:off x="215503" y="1600200"/>
              <a:ext cx="5728097" cy="749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94162B-5671-EE45-05E9-FE1E6DF7E1D7}"/>
              </a:ext>
            </a:extLst>
          </p:cNvPr>
          <p:cNvCxnSpPr>
            <a:cxnSpLocks/>
          </p:cNvCxnSpPr>
          <p:nvPr/>
        </p:nvCxnSpPr>
        <p:spPr>
          <a:xfrm flipH="1" flipV="1">
            <a:off x="3324086" y="1580878"/>
            <a:ext cx="3345070" cy="88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F289D74-A525-3D82-EEC7-45919A3652C7}"/>
              </a:ext>
            </a:extLst>
          </p:cNvPr>
          <p:cNvSpPr txBox="1"/>
          <p:nvPr/>
        </p:nvSpPr>
        <p:spPr>
          <a:xfrm>
            <a:off x="6669156" y="2505670"/>
            <a:ext cx="4999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Upwind:when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finite</a:t>
            </a:r>
            <a:r>
              <a:rPr lang="da-DK" dirty="0"/>
              <a:t> difference, </a:t>
            </a:r>
            <a:r>
              <a:rPr lang="da-DK" dirty="0" err="1"/>
              <a:t>you</a:t>
            </a:r>
            <a:r>
              <a:rPr lang="da-DK" dirty="0"/>
              <a:t> have to </a:t>
            </a:r>
            <a:r>
              <a:rPr lang="da-DK" dirty="0" err="1"/>
              <a:t>use</a:t>
            </a:r>
            <a:r>
              <a:rPr lang="da-DK" dirty="0"/>
              <a:t> the </a:t>
            </a:r>
            <a:r>
              <a:rPr lang="da-DK" dirty="0" err="1"/>
              <a:t>method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includes</a:t>
            </a:r>
            <a:r>
              <a:rPr lang="da-DK" dirty="0"/>
              <a:t> the </a:t>
            </a:r>
            <a:r>
              <a:rPr lang="da-DK" dirty="0" err="1"/>
              <a:t>upwind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variable. </a:t>
            </a:r>
          </a:p>
        </p:txBody>
      </p:sp>
      <p:pic>
        <p:nvPicPr>
          <p:cNvPr id="49" name="Picture 4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FF21A2-15B9-512A-97C5-65858834A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571" y="3783925"/>
            <a:ext cx="5317426" cy="280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84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7262</TotalTime>
  <Words>670</Words>
  <Application>Microsoft Office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  <vt:lpstr>PowerPoint Presentation</vt:lpstr>
      <vt:lpstr>Some misunderstandings</vt:lpstr>
      <vt:lpstr>What is advection!?</vt:lpstr>
      <vt:lpstr>Stability and stiffness</vt:lpstr>
      <vt:lpstr>Stability of an ODE/ODE system</vt:lpstr>
      <vt:lpstr>PowerPoint Presentation</vt:lpstr>
      <vt:lpstr>ODE system</vt:lpstr>
      <vt:lpstr>PowerPoint Presentation</vt:lpstr>
      <vt:lpstr>PowerPoint Presentation</vt:lpstr>
      <vt:lpstr>PowerPoint Presentation</vt:lpstr>
      <vt:lpstr>Stability of the nonlinear ODE system around critical points</vt:lpstr>
      <vt:lpstr>J(u)=∂f/∂u   where f=du/dt</vt:lpstr>
      <vt:lpstr>Stiffness in ODE solutions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5</cp:revision>
  <dcterms:created xsi:type="dcterms:W3CDTF">2025-06-04T09:50:27Z</dcterms:created>
  <dcterms:modified xsi:type="dcterms:W3CDTF">2025-10-06T08:30:29Z</dcterms:modified>
</cp:coreProperties>
</file>