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63" r:id="rId6"/>
    <p:sldId id="256" r:id="rId7"/>
    <p:sldId id="261" r:id="rId8"/>
    <p:sldId id="262" r:id="rId9"/>
    <p:sldId id="257" r:id="rId10"/>
    <p:sldId id="258" r:id="rId11"/>
    <p:sldId id="259" r:id="rId12"/>
    <p:sldId id="260" r:id="rId13"/>
    <p:sldId id="266" r:id="rId14"/>
    <p:sldId id="264" r:id="rId15"/>
    <p:sldId id="265" r:id="rId16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0:10:2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5 264,'0'0'1352,"8"-4"-1256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0:10:57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24,'0'0'2393,"14"0"540,14 0 6203,144 0-8628,-164 2-509,0 0 1,0 0 0,0 0-1,0 1 1,-1 0-1,1 1 1,9 6-1,16 6 56,-23-13-61,0 0 0,0 1 0,-1 1 0,0 0 0,0 0 0,0 1 0,-1 0 0,0 0 0,0 1 0,10 11 0,-8-7 18,-2 1 0,0 1 0,0 0 0,-1 0-1,0 0 1,-2 1 0,6 14 0,-8 7-15,-3-32 5,0 0 0,0 0 0,0 0 0,0 1-1,1-1 1,-1 0 0,1 0 0,0 0 0,0 0-1,2 6 1,-2-6-1,0-1 1,0 1-1,-1 0 0,1-1 0,-1 1 0,1 0 0,-1 0 0,0-1 1,0 1-1,-1 5 0,3 26 24,-1-29-26,1 0 1,0 1 0,-1-1 0,0 1 0,-1 0 0,1 8 0,-1-9 2,0 1 1,1-1-1,-1 1 1,1-1 0,1 0-1,2 8 1,-3-6-5,1 1 1,-1-1-1,-1 0 1,1 1-1,-1-1 1,0 1-1,-3 12 1,2 6-2,1-14 9,1-1-1,1 1 1,0 0-1,0-1 1,1 1-1,7 16 1,-8 5-79,-3-31 71,1 0 1,0 1-1,0-1 0,-1 1 0,2-1 0,-1 1 1,0-1-1,0 0 0,1 1 0,-1-1 0,1 1 1,1 2-1,-1-2 9,0 0-1,-1-1 1,1 1-1,-1 0 1,0-1 0,1 1-1,-1 0 1,-1-1 0,1 1-1,-1 3 1,0 9-55,7 35 98,-6-46-40,0 1 0,1 0 0,-1-1 0,1 1 0,0 0 0,1-1 0,-1 1 0,1-1 0,0 0 0,3 5 0,-2-5-9,0 0 0,0 0 1,-1 0-1,1 0 0,-1 0 0,3 8 0,1 0 6,-2 2-9,-4-12 1,1 0 0,-1 0 0,1 0 1,-1-1-1,1 1 0,-1 0 0,1 0 0,0-1 1,0 1-1,0 0 0,0-1 0,0 1 0,2 0 1,6 9 32,2-1 0,-1 0 0,18 12 0,-25-20 25,-1-1-52,0 0 1,0 0-1,-1 0 1,1 0-1,0 0 0,0 0 1,0-1-1,0 1 1,0-1-1,0 1 1,1-1-1,-1 0 0,0 0 1,0 0-1,3 0 1,28 14 26,-7 4-120,-25-17 85,-1 0 0,1-1 0,-1 1 0,0 0 0,1-1 0,-1 1 0,0 0 0,0-1 0,1 1 0,-1 0 0,0 0 0,0-1 0,0 1 0,0 0 0,0 0 0,0-1 0,0 1 0,0 0 0,0-1 0,-1 1 0,1 0 0,0 0 0,0-1 0,-1 1 0,1 0 0,0-1 0,-1 1 0,1 0 0,-1 0 0,-47 37 37,44-34-23,-1-1 0,1 1 0,-1-1 1,1 1-1,0 1 0,1-1 0,-1 1 1,1-1-1,0 1 0,0 0 0,0 0 1,1 0-1,-1 0 0,1 1 0,0-1 1,1 1-1,0-1 0,0 1 1,-1 9-1,-1 18-2,2 0 1,3 47 0,1-18-26,-3 141 7,10-96-78,-9-97 80,-1 0 0,0 1 0,-1-1 0,0 0 0,-1 0 0,0 0 0,0 0-1,-8 18 1,5-17 12,-1 0 1,-1 0-1,1-1 0,-2 1 0,-12 13 0,9-11-13,8-9 4,0 0 1,0-1-1,0 0 0,-1 1 0,1-1 0,-1 0 0,-4 3 0,-84 55-29,83-53 26,-1 0 0,1-1 0,-1 0 0,-1-1 0,1 0 0,-1-1 0,0 0 0,-1 0 1,-18 4-1,-4-3-53,3 2 117,-32 4-62,57-12 10,1 0-5,0 1 0,0-1-1,0 1 1,1 0 0,-1 1 0,0-1 0,0 1 0,1 0-1,-9 4 1,9-3 18,0-1 0,-1 0 0,0 0 0,1-1 0,-1 1 0,0-1 0,0 0 0,0 0-1,-8 0 1,12-1-2,1 17-7411,0-5 547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0:12:23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24,'0'0'2393,"14"0"540,14 0 6203,144 0-8628,-164 2-509,0 0 1,0 0 0,0 0-1,0 1 1,-1 0-1,1 1 1,9 6-1,16 6 56,-23-13-61,0 0 0,0 1 0,-1 1 0,0 0 0,0 0 0,0 1 0,-1 0 0,0 0 0,0 1 0,10 11 0,-8-7 18,-2 1 0,0 1 0,0 0 0,-1 0-1,0 0 1,-2 1 0,6 14 0,-8 7-15,-3-32 5,0 0 0,0 0 0,0 0 0,0 1-1,1-1 1,-1 0 0,1 0 0,0 0 0,0 0-1,2 6 1,-2-6-1,0-1 1,0 1-1,-1 0 0,1-1 0,-1 1 0,1 0 0,-1 0 0,0-1 1,0 1-1,-1 5 0,3 26 24,-1-29-26,1 0 1,0 1 0,-1-1 0,0 1 0,-1 0 0,1 8 0,-1-9 2,0 1 1,1-1-1,-1 1 1,1-1 0,1 0-1,2 8 1,-3-6-5,1 1 1,-1-1-1,-1 0 1,1 1-1,-1-1 1,0 1-1,-3 12 1,2 6-2,1-14 9,1-1-1,1 1 1,0 0-1,0-1 1,1 1-1,7 16 1,-8 5-79,-3-31 71,1 0 1,0 1-1,0-1 0,-1 1 0,2-1 0,-1 1 1,0-1-1,0 0 0,1 1 0,-1-1 0,1 1 1,1 2-1,-1-2 9,0 0-1,-1-1 1,1 1-1,-1 0 1,0-1 0,1 1-1,-1 0 1,-1-1 0,1 1-1,-1 3 1,0 9-55,7 35 98,-6-46-40,0 1 0,1 0 0,-1-1 0,1 1 0,0 0 0,1-1 0,-1 1 0,1-1 0,0 0 0,3 5 0,-2-5-9,0 0 0,0 0 1,-1 0-1,1 0 0,-1 0 0,3 8 0,1 0 6,-2 2-9,-4-12 1,1 0 0,-1 0 0,1 0 1,-1-1-1,1 1 0,-1 0 0,1 0 0,0-1 1,0 1-1,0 0 0,0-1 0,0 1 0,2 0 1,6 9 32,2-1 0,-1 0 0,18 12 0,-25-20 25,-1-1-52,0 0 1,0 0-1,-1 0 1,1 0-1,0 0 0,0 0 1,0-1-1,0 1 1,0-1-1,0 1 1,1-1-1,-1 0 0,0 0 1,0 0-1,3 0 1,28 14 26,-7 4-120,-25-17 85,-1 0 0,1-1 0,-1 1 0,0 0 0,1-1 0,-1 1 0,0 0 0,0-1 0,1 1 0,-1 0 0,0 0 0,0-1 0,0 1 0,0 0 0,0 0 0,0-1 0,0 1 0,0 0 0,0-1 0,-1 1 0,1 0 0,0 0 0,0-1 0,-1 1 0,1 0 0,0-1 0,-1 1 0,1 0 0,-1 0 0,-47 37 37,44-34-23,-1-1 0,1 1 0,-1-1 1,1 1-1,0 1 0,1-1 0,-1 1 1,1-1-1,0 1 0,0 0 0,0 0 1,1 0-1,-1 0 0,1 1 0,0-1 1,1 1-1,0-1 0,0 1 1,-1 9-1,-1 18-2,2 0 1,3 47 0,1-18-26,-3 141 7,10-96-78,-9-97 80,-1 0 0,0 1 0,-1-1 0,0 0 0,-1 0 0,0 0 0,0 0-1,-8 18 1,5-17 12,-1 0 1,-1 0-1,1-1 0,-2 1 0,-12 13 0,9-11-13,8-9 4,0 0 1,0-1-1,0 0 0,-1 1 0,1-1 0,-1 0 0,-4 3 0,-84 55-29,83-53 26,-1 0 0,1-1 0,-1 0 0,-1-1 0,1 0 0,-1-1 0,0 0 0,-1 0 1,-18 4-1,-4-3-53,3 2 117,-32 4-62,57-12 10,1 0-5,0 1 0,0-1-1,0 1 1,1 0 0,-1 1 0,0-1 0,0 1 0,1 0-1,-9 4 1,9-3 18,0-1 0,-1 0 0,0 0 0,1-1 0,-1 1 0,0-1 0,0 0 0,0 0-1,-8 0 1,12-1-2,1 17-7411,0-5 547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0:14:25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24,'0'0'2393,"14"0"540,14 0 6203,144 0-8628,-164 1-509,0 0 1,0 1 0,0-1-1,0 1 1,-1 1-1,1-1 1,9 4-1,16 5 56,-23-9-61,0 1 0,0-1 0,-1 1 0,0 1 0,0-1 0,0 1 0,-1 0 0,0 0 0,0 1 0,10 7 0,-8-4 18,-2 0 0,0 0 0,0 0 0,-1 1-1,0 0 1,-2 0 0,6 10 0,-8 4-15,-3-21 5,0 1 0,0-1 0,0 0 0,0 0-1,1 0 1,-1 0 0,1 0 0,0 1 0,0-1-1,2 3 1,-2-3-1,0 0 1,0 0-1,-1 0 0,1-1 0,-1 1 0,1 0 0,-1 0 0,0 0 1,0 0-1,-1 3 0,3 17 24,-1-18-26,1 0 1,0-1 0,-1 1 0,0 0 0,-1-1 0,1 7 0,-1-6 2,0-1 1,1 1-1,-1-1 1,1 1 0,1 0-1,2 4 1,-3-3-5,1 0 1,-1 0-1,-1 0 1,1 0-1,-1 0 1,0 0-1,-3 8 1,2 5-2,1-10 9,1-1-1,1 1 1,0 0-1,0 0 1,1-1-1,7 12 1,-8 3-79,-3-20 71,1-1 1,0 1-1,0 0 0,-1-1 0,2 1 0,-1 0 1,0-1-1,0 1 0,1-1 0,-1 1 0,1 0 1,1 1-1,-1-1 9,0 0-1,-1 0 1,1-1-1,-1 1 1,0 0 0,1 0-1,-1 0 1,-1 0 0,1-1-1,-1 3 1,0 7-55,7 21 98,-6-28-40,0-1 0,1 0 0,-1 0 0,1 0 0,0 0 0,1 0 0,-1 0 0,1 0 0,0 0 0,3 3 0,-2-3-9,0-1 0,0 1 1,-1-1-1,1 1 0,-1 0 0,3 5 0,1 0 6,-2 2-9,-4-9 1,1 0 0,-1 0 0,1 1 1,-1-1-1,1 0 0,-1 0 0,1 0 0,0 0 1,0 0-1,0 0 0,0 1 0,0-1 0,2 0 1,6 7 32,2-2 0,-1 1 0,18 8 0,-25-14 25,-1 0-52,0-1 1,0 1-1,-1 0 1,1-1-1,0 1 0,0-1 1,0 1-1,0-1 1,0 1-1,0-1 1,1 0-1,-1 0 0,0 0 1,0 0-1,3 0 1,28 10 26,-7 2-120,-25-12 85,-1 0 0,1 1 0,-1-1 0,0 1 0,1-1 0,-1 1 0,0-1 0,0 1 0,1-1 0,-1 1 0,0-1 0,0 1 0,0-1 0,0 1 0,0-1 0,0 1 0,0-1 0,0 1 0,0-1 0,-1 1 0,1-1 0,0 0 0,0 1 0,-1-1 0,1 1 0,0-1 0,-1 1 0,1-1 0,-1 1 0,-47 25 37,44-24-23,-1 0 0,1 1 0,-1-1 1,1 1-1,0 0 0,1 0 0,-1 0 1,1 0-1,0 0 0,0 0 0,0 1 1,1-1-1,-1 1 0,1-1 0,0 1 1,1-1-1,0 1 0,0 0 1,-1 6-1,-1 12-2,2 0 1,3 32 0,1-13-26,-3 95 7,10-64-78,-9-66 80,-1 1 0,0 0 0,-1 0 0,0 0 0,-1 0 0,0 0 0,0-1-1,-8 13 1,5-12 12,-1 1 1,-1-1-1,1 0 0,-2 0 0,-12 9 0,9-7-13,8-7 4,0 1 1,0-1-1,0 0 0,-1 0 0,1 0 0,-1 0 0,-4 2 0,-84 38-29,83-37 26,-1 0 0,1 0 0,-1-1 0,-1 1 0,1-1 0,-1-1 0,0 0 0,-1 0 1,-18 3-1,-4-1-53,3 0 117,-32 3-62,57-8 10,1 0-5,0 1 0,0-1-1,0 1 1,1-1 0,-1 1 0,0 0 0,0 0 0,1 1-1,-9 2 1,9-3 18,0 1 0,-1-1 0,0 1 0,1-1 0,-1 0 0,0-1 0,0 1 0,0 0-1,-8-1 1,12 0-2,1 12-7411,0-4 547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0:15:56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24,'0'0'2393,"14"0"540,14 0 6203,144 0-8628,-164 2-509,0 0 1,0 0 0,0 0-1,0 1 1,-1 0-1,1 1 1,9 6-1,16 6 56,-23-13-61,0 0 0,0 1 0,-1 1 0,0 0 0,0 0 0,0 1 0,-1 0 0,0 0 0,0 1 0,10 11 0,-8-7 18,-2 1 0,0 1 0,0 0 0,-1 0-1,0 0 1,-2 1 0,6 14 0,-8 7-15,-3-32 5,0 0 0,0 0 0,0 0 0,0 1-1,1-1 1,-1 0 0,1 0 0,0 0 0,0 0-1,2 6 1,-2-6-1,0-1 1,0 1-1,-1 0 0,1-1 0,-1 1 0,1 0 0,-1 0 0,0-1 1,0 1-1,-1 5 0,3 26 24,-1-29-26,1 0 1,0 1 0,-1-1 0,0 1 0,-1 0 0,1 8 0,-1-9 2,0 1 1,1-1-1,-1 1 1,1-1 0,1 0-1,2 8 1,-3-6-5,1 1 1,-1-1-1,-1 0 1,1 1-1,-1-1 1,0 1-1,-3 12 1,2 6-2,1-14 9,1-1-1,1 1 1,0 0-1,0-1 1,1 1-1,7 16 1,-8 5-79,-3-31 71,1 0 1,0 1-1,0-1 0,-1 1 0,2-1 0,-1 1 1,0-1-1,0 0 0,1 1 0,-1-1 0,1 1 1,1 2-1,-1-2 9,0 0-1,-1-1 1,1 1-1,-1 0 1,0-1 0,1 1-1,-1 0 1,-1-1 0,1 1-1,-1 3 1,0 9-55,7 35 98,-6-46-40,0 1 0,1 0 0,-1-1 0,1 1 0,0 0 0,1-1 0,-1 1 0,1-1 0,0 0 0,3 5 0,-2-5-9,0 0 0,0 0 1,-1 0-1,1 0 0,-1 0 0,3 8 0,1 0 6,-2 2-9,-4-12 1,1 0 0,-1 0 0,1 0 1,-1-1-1,1 1 0,-1 0 0,1 0 0,0-1 1,0 1-1,0 0 0,0-1 0,0 1 0,2 0 1,6 9 32,2-1 0,-1 0 0,18 12 0,-25-20 25,-1-1-52,0 0 1,0 0-1,-1 0 1,1 0-1,0 0 0,0 0 1,0-1-1,0 1 1,0-1-1,0 1 1,1-1-1,-1 0 0,0 0 1,0 0-1,3 0 1,28 14 26,-7 4-120,-25-17 85,-1 0 0,1-1 0,-1 1 0,0 0 0,1-1 0,-1 1 0,0 0 0,0-1 0,1 1 0,-1 0 0,0 0 0,0-1 0,0 1 0,0 0 0,0 0 0,0-1 0,0 1 0,0 0 0,0-1 0,-1 1 0,1 0 0,0 0 0,0-1 0,-1 1 0,1 0 0,0-1 0,-1 1 0,1 0 0,-1 0 0,-47 37 37,44-34-23,-1-1 0,1 1 0,-1-1 1,1 1-1,0 1 0,1-1 0,-1 1 1,1-1-1,0 1 0,0 0 0,0 0 1,1 0-1,-1 0 0,1 1 0,0-1 1,1 1-1,0-1 0,0 1 1,-1 9-1,-1 18-2,2 0 1,3 47 0,1-18-26,-3 141 7,10-96-78,-9-97 80,-1 0 0,0 1 0,-1-1 0,0 0 0,-1 0 0,0 0 0,0 0-1,-8 18 1,5-17 12,-1 0 1,-1 0-1,1-1 0,-2 1 0,-12 13 0,9-11-13,8-9 4,0 0 1,0-1-1,0 0 0,-1 1 0,1-1 0,-1 0 0,-4 3 0,-84 55-29,83-53 26,-1 0 0,1-1 0,-1 0 0,-1-1 0,1 0 0,-1-1 0,0 0 0,-1 0 1,-18 4-1,-4-3-53,3 2 117,-32 4-62,57-12 10,1 0-5,0 1 0,0-1-1,0 1 1,1 0 0,-1 1 0,0-1 0,0 1 0,1 0-1,-9 4 1,9-3 18,0-1 0,-1 0 0,0 0 0,1-1 0,-1 1 0,0-1 0,0 0 0,0 0-1,-8 0 1,12-1-2,1 17-7411,0-5 547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0:16:32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24,'0'0'2393,"14"0"540,14 0 6203,144 0-8628,-164 1-509,0 0 1,0-1 0,0 2-1,0-1 1,-1 0-1,1 1 1,9 2-1,16 3 56,-23-5-61,0-1 0,0 1 0,-1 0 0,0 0 0,0 0 0,0 1 0,-1-1 0,0 1 0,0 0 0,10 5 0,-8-3 18,-2 0 0,0 1 0,0-1 0,-1 1-1,0 0 1,-2 0 0,6 6 0,-8 4-15,-3-15 5,0 0 0,0 1 0,0-1 0,0 1-1,1-1 1,-1 0 0,1 1 0,0-1 0,0 1-1,2 1 1,-2-2-1,0 1 1,0-1-1,-1 0 0,1 0 0,-1 0 0,1 1 0,-1-1 0,0 0 1,0 0-1,-1 3 0,3 10 24,-1-11-26,1-1 1,0 1 0,-1-1 0,0 0 0,-1 1 0,1 3 0,-1-4 2,0 1 1,1-1-1,-1 1 1,1-1 0,1 0-1,2 4 1,-3-3-5,1 0 1,-1 1-1,-1-1 1,1 0-1,-1 0 1,0 1-1,-3 4 1,2 4-2,1-7 9,1 0-1,1 0 1,0 0-1,0 0 1,1 0-1,7 8 1,-8 1-79,-3-13 71,1 0 1,0 0-1,0 0 0,-1 0 0,2 1 0,-1-1 1,0 0-1,0 0 0,1 0 0,-1 0 0,1 0 1,1 1-1,-1 0 9,0-1-1,-1 0 1,1 0-1,-1 0 1,0 0 0,1 1-1,-1-1 1,-1 0 0,1 0-1,-1 2 1,0 3-55,7 16 98,-6-20-40,0 0 0,1 0 0,-1 0 0,1 0 0,0 0 0,1 0 0,-1 0 0,1 0 0,0 0 0,3 2 0,-2-2-9,0-1 0,0 1 1,-1 0-1,1 0 0,-1 0 0,3 3 0,1 0 6,-2 1-9,-4-5 1,1 0 0,-1 0 0,1-1 1,-1 1-1,1 0 0,-1 0 0,1 0 0,0-1 1,0 1-1,0 0 0,0-1 0,0 1 0,2 0 1,6 4 32,2-1 0,-1 1 0,18 4 0,-25-8 25,-1 0-52,0-1 1,0 1-1,-1-1 1,1 0-1,0 1 0,0-1 1,0 0-1,0 1 1,0-1-1,0 0 1,1 0-1,-1 0 0,0 0 1,0 0-1,3 0 1,28 6 26,-7 2-120,-25-7 85,-1-1 0,1 0 0,-1 0 0,0 1 0,1-1 0,-1 0 0,0 1 0,0-1 0,1 0 0,-1 1 0,0-1 0,0 0 0,0 1 0,0-1 0,0 0 0,0 1 0,0-1 0,0 0 0,0 0 0,-1 1 0,1-1 0,0 0 0,0 1 0,-1-1 0,1 0 0,0 1 0,-1-1 0,1 0 0,-1 1 0,-47 16 37,44-16-23,-1 1 0,1-1 0,-1 1 1,1 0-1,0-1 0,1 1 0,-1 0 1,1 0-1,0 0 0,0 1 0,0-1 1,1 0-1,-1 0 0,1 1 0,0-1 1,1 0-1,0 1 0,0-1 1,-1 5-1,-1 7-2,2 1 1,3 20 0,1-8-26,-3 62 7,10-42-78,-9-42 80,-1-1 0,0 1 0,-1-1 0,0 1 0,-1-1 0,0 0 0,0 1-1,-8 7 1,5-7 12,-1 0 1,-1-1-1,1 1 0,-2 0 0,-12 5 0,9-4-13,8-4 4,0-1 1,0 1-1,0-1 0,-1 1 0,1-1 0,-1 0 0,-4 2 0,-84 24-29,83-24 26,-1 1 0,1-1 0,-1 0 0,-1 0 0,1-1 0,-1 1 0,0-1 0,-1 0 1,-18 2-1,-4-2-53,3 2 117,-32 1-62,57-5 10,1 0-5,0 1 0,0-1-1,0 0 1,1 1 0,-1-1 0,0 1 0,0 0 0,1-1-1,-9 3 1,9-2 18,0 0 0,-1 0 0,0 0 0,1 0 0,-1-1 0,0 1 0,0-1 0,0 1-1,-8-1 1,12 0-2,1 8-7411,0-3 547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0:17:37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24,'0'0'2393,"14"0"540,14 0 6203,144 0-8628,-164 1-509,0 0 1,0-1 0,0 2-1,0-1 1,-1 0-1,1 1 1,9 2-1,16 3 56,-23-5-61,0-1 0,0 1 0,-1 0 0,0 0 0,0 0 0,0 1 0,-1-1 0,0 1 0,0 0 0,10 5 0,-8-3 18,-2 0 0,0 1 0,0-1 0,-1 1-1,0 0 1,-2 0 0,6 6 0,-8 4-15,-3-15 5,0 0 0,0 1 0,0-1 0,0 1-1,1-1 1,-1 0 0,1 1 0,0-1 0,0 1-1,2 1 1,-2-2-1,0 1 1,0-1-1,-1 0 0,1 0 0,-1 0 0,1 1 0,-1-1 0,0 0 1,0 0-1,-1 3 0,3 10 24,-1-11-26,1-1 1,0 1 0,-1-1 0,0 0 0,-1 1 0,1 3 0,-1-4 2,0 1 1,1-1-1,-1 1 1,1-1 0,1 0-1,2 4 1,-3-3-5,1 0 1,-1 1-1,-1-1 1,1 0-1,-1 0 1,0 1-1,-3 4 1,2 4-2,1-7 9,1 0-1,1 0 1,0 0-1,0 0 1,1 0-1,7 8 1,-8 1-79,-3-13 71,1 0 1,0 0-1,0 0 0,-1 0 0,2 1 0,-1-1 1,0 0-1,0 0 0,1 0 0,-1 0 0,1 0 1,1 1-1,-1 0 9,0-1-1,-1 0 1,1 0-1,-1 0 1,0 0 0,1 1-1,-1-1 1,-1 0 0,1 0-1,-1 2 1,0 3-55,7 16 98,-6-20-40,0 0 0,1 0 0,-1 0 0,1 0 0,0 0 0,1 0 0,-1 0 0,1 0 0,0 0 0,3 2 0,-2-2-9,0-1 0,0 1 1,-1 0-1,1 0 0,-1 0 0,3 3 0,1 0 6,-2 1-9,-4-5 1,1 0 0,-1 0 0,1-1 1,-1 1-1,1 0 0,-1 0 0,1 0 0,0-1 1,0 1-1,0 0 0,0-1 0,0 1 0,2 0 1,6 4 32,2-1 0,-1 1 0,18 4 0,-25-8 25,-1 0-52,0-1 1,0 1-1,-1-1 1,1 0-1,0 1 0,0-1 1,0 0-1,0 1 1,0-1-1,0 0 1,1 0-1,-1 0 0,0 0 1,0 0-1,3 0 1,28 6 26,-7 2-120,-25-7 85,-1-1 0,1 0 0,-1 0 0,0 1 0,1-1 0,-1 0 0,0 1 0,0-1 0,1 0 0,-1 1 0,0-1 0,0 0 0,0 1 0,0-1 0,0 0 0,0 1 0,0-1 0,0 0 0,0 0 0,-1 1 0,1-1 0,0 0 0,0 1 0,-1-1 0,1 0 0,0 1 0,-1-1 0,1 0 0,-1 1 0,-47 16 37,44-16-23,-1 1 0,1-1 0,-1 1 1,1 0-1,0-1 0,1 1 0,-1 0 1,1 0-1,0 0 0,0 1 0,0-1 1,1 0-1,-1 0 0,1 1 0,0-1 1,1 0-1,0 1 0,0-1 1,-1 5-1,-1 7-2,2 1 1,3 20 0,1-8-26,-3 62 7,10-42-78,-9-42 80,-1-1 0,0 1 0,-1-1 0,0 1 0,-1-1 0,0 0 0,0 1-1,-8 7 1,5-7 12,-1 0 1,-1-1-1,1 1 0,-2 0 0,-12 5 0,9-4-13,8-4 4,0-1 1,0 1-1,0-1 0,-1 1 0,1-1 0,-1 0 0,-4 2 0,-84 24-29,83-24 26,-1 1 0,1-1 0,-1 0 0,-1 0 0,1-1 0,-1 1 0,0-1 0,-1 0 1,-18 2-1,-4-2-53,3 2 117,-32 1-62,57-5 10,1 0-5,0 1 0,0-1-1,0 0 1,1 1 0,-1-1 0,0 1 0,0 0 0,1-1-1,-9 3 1,9-2 18,0 0 0,-1 0 0,0 0 0,1 0 0,-1-1 0,0 1 0,0-1 0,0 1-1,-8-1 1,12 0-2,1 8-7411,0-3 547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6.xml"/><Relationship Id="rId5" Type="http://schemas.openxmlformats.org/officeDocument/2006/relationships/customXml" Target="../ink/ink2.xml"/><Relationship Id="rId10" Type="http://schemas.openxmlformats.org/officeDocument/2006/relationships/customXml" Target="../ink/ink5.xml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EAF110-5D43-6385-0371-335290862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54" y="1228313"/>
            <a:ext cx="9892691" cy="51914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8D58E-D4FA-D191-E927-3976ACB3147A}"/>
              </a:ext>
            </a:extLst>
          </p:cNvPr>
          <p:cNvSpPr txBox="1"/>
          <p:nvPr/>
        </p:nvSpPr>
        <p:spPr>
          <a:xfrm>
            <a:off x="5082131" y="858981"/>
            <a:ext cx="1905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91% respons rate</a:t>
            </a:r>
          </a:p>
        </p:txBody>
      </p:sp>
    </p:spTree>
    <p:extLst>
      <p:ext uri="{BB962C8B-B14F-4D97-AF65-F5344CB8AC3E}">
        <p14:creationId xmlns:p14="http://schemas.microsoft.com/office/powerpoint/2010/main" val="1010696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920957-D4B2-41E3-F7CE-D83DDE571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67" y="103962"/>
            <a:ext cx="9540915" cy="4774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A1FECC-1301-EDE4-2495-26529ECC5E2E}"/>
              </a:ext>
            </a:extLst>
          </p:cNvPr>
          <p:cNvSpPr txBox="1"/>
          <p:nvPr/>
        </p:nvSpPr>
        <p:spPr>
          <a:xfrm>
            <a:off x="1428985" y="4983480"/>
            <a:ext cx="9334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”Har lært meget, men er svært og tog lang tid. Er stadig i tvivl om jeg ville kunne gøre det selv”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9D467-F081-3968-DDEA-CC80541592EA}"/>
              </a:ext>
            </a:extLst>
          </p:cNvPr>
          <p:cNvSpPr txBox="1"/>
          <p:nvPr/>
        </p:nvSpPr>
        <p:spPr>
          <a:xfrm>
            <a:off x="1794745" y="5457706"/>
            <a:ext cx="794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”For mange vigtige koncepter, som jeg ikke synes jeg har lært ordentligt endnu”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089C5-239F-82EE-396A-8538971D9A33}"/>
              </a:ext>
            </a:extLst>
          </p:cNvPr>
          <p:cNvSpPr txBox="1"/>
          <p:nvPr/>
        </p:nvSpPr>
        <p:spPr>
          <a:xfrm>
            <a:off x="1794745" y="5931932"/>
            <a:ext cx="8374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”Det er svært at implementere i Python og det er altid på en ny måde det skal gøres”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4B1A-6960-457A-F9C6-D3CEDDC1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Arbejdsbyrden på kurset vurderes som: 3,35</a:t>
            </a:r>
          </a:p>
        </p:txBody>
      </p:sp>
    </p:spTree>
    <p:extLst>
      <p:ext uri="{BB962C8B-B14F-4D97-AF65-F5344CB8AC3E}">
        <p14:creationId xmlns:p14="http://schemas.microsoft.com/office/powerpoint/2010/main" val="41666187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0CBD-E58D-1979-7E70-CCD9C2E8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Jeg oplever, at kurset har relevans for mit studium som helhed : 4,31</a:t>
            </a:r>
          </a:p>
        </p:txBody>
      </p:sp>
    </p:spTree>
    <p:extLst>
      <p:ext uri="{BB962C8B-B14F-4D97-AF65-F5344CB8AC3E}">
        <p14:creationId xmlns:p14="http://schemas.microsoft.com/office/powerpoint/2010/main" val="288898734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C78B2D-5C49-C8E9-B713-E719F3DA8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42" y="0"/>
            <a:ext cx="10926700" cy="5249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E6163-95FB-9C49-4F49-6A684026FFAB}"/>
              </a:ext>
            </a:extLst>
          </p:cNvPr>
          <p:cNvSpPr txBox="1"/>
          <p:nvPr/>
        </p:nvSpPr>
        <p:spPr>
          <a:xfrm>
            <a:off x="294322" y="5364798"/>
            <a:ext cx="815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”Godt tilrettelagt og god balance mellem forelæsninger og øvelser”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33A1A-0AFE-AF3A-8A37-4B532B5E12AD}"/>
              </a:ext>
            </a:extLst>
          </p:cNvPr>
          <p:cNvSpPr txBox="1"/>
          <p:nvPr/>
        </p:nvSpPr>
        <p:spPr>
          <a:xfrm>
            <a:off x="719328" y="5768568"/>
            <a:ext cx="815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”Miniprojekter var gode og hang sammen med hvad vi havde lært”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5C492-A014-5773-416C-A8EBDAFC5E1B}"/>
              </a:ext>
            </a:extLst>
          </p:cNvPr>
          <p:cNvSpPr txBox="1"/>
          <p:nvPr/>
        </p:nvSpPr>
        <p:spPr>
          <a:xfrm>
            <a:off x="129730" y="6110606"/>
            <a:ext cx="11623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”Uoverensstemmelser mellem Frederik og Sasha forvirrer (de er også selv forvirrede)”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EACF6-29DC-E955-28BA-D2274FBBA96A}"/>
              </a:ext>
            </a:extLst>
          </p:cNvPr>
          <p:cNvSpPr txBox="1"/>
          <p:nvPr/>
        </p:nvSpPr>
        <p:spPr>
          <a:xfrm>
            <a:off x="7819454" y="5549464"/>
            <a:ext cx="407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”Zoom er ikke for mig”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6E502-0BE5-D2C4-AA7C-5816DC18BE43}"/>
              </a:ext>
            </a:extLst>
          </p:cNvPr>
          <p:cNvSpPr txBox="1"/>
          <p:nvPr/>
        </p:nvSpPr>
        <p:spPr>
          <a:xfrm>
            <a:off x="6867144" y="6452644"/>
            <a:ext cx="5129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”I er for tidsoptimistiske og det kan stresse”</a:t>
            </a:r>
          </a:p>
        </p:txBody>
      </p:sp>
    </p:spTree>
    <p:extLst>
      <p:ext uri="{BB962C8B-B14F-4D97-AF65-F5344CB8AC3E}">
        <p14:creationId xmlns:p14="http://schemas.microsoft.com/office/powerpoint/2010/main" val="98865283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B08BBE-082B-16D2-51C9-3BA6D86EC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791" y="0"/>
            <a:ext cx="9061514" cy="4965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703603-E286-927F-9059-A3376770CA96}"/>
              </a:ext>
            </a:extLst>
          </p:cNvPr>
          <p:cNvSpPr txBox="1"/>
          <p:nvPr/>
        </p:nvSpPr>
        <p:spPr>
          <a:xfrm>
            <a:off x="1901965" y="5248656"/>
            <a:ext cx="800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”Generelt hænger godt sammen med reaktorteknologi og computeralgoritmer”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10E976-EC44-AF14-06DA-EAC68D30DC80}"/>
              </a:ext>
            </a:extLst>
          </p:cNvPr>
          <p:cNvSpPr txBox="1"/>
          <p:nvPr/>
        </p:nvSpPr>
        <p:spPr>
          <a:xfrm>
            <a:off x="2651773" y="5716332"/>
            <a:ext cx="569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”også sammenhæng til Ficks lov (separationsteknologi)”</a:t>
            </a:r>
          </a:p>
        </p:txBody>
      </p:sp>
    </p:spTree>
    <p:extLst>
      <p:ext uri="{BB962C8B-B14F-4D97-AF65-F5344CB8AC3E}">
        <p14:creationId xmlns:p14="http://schemas.microsoft.com/office/powerpoint/2010/main" val="421320512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ADD35A-63BF-687B-DF91-8B27F86E3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741" y="72387"/>
            <a:ext cx="8466395" cy="42515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292979-CEF4-E500-3F14-5A933C3CEAE9}"/>
              </a:ext>
            </a:extLst>
          </p:cNvPr>
          <p:cNvSpPr txBox="1"/>
          <p:nvPr/>
        </p:nvSpPr>
        <p:spPr>
          <a:xfrm>
            <a:off x="630936" y="4617720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”Videoer er gode og brugbare”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0BC40-26D6-3A5D-EDD1-5C0A07928B92}"/>
              </a:ext>
            </a:extLst>
          </p:cNvPr>
          <p:cNvSpPr txBox="1"/>
          <p:nvPr/>
        </p:nvSpPr>
        <p:spPr>
          <a:xfrm>
            <a:off x="957072" y="5096133"/>
            <a:ext cx="4428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”Har der været undervisningsmateriale???”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730ED-27F5-64C5-0968-ECBBDFCADA4C}"/>
              </a:ext>
            </a:extLst>
          </p:cNvPr>
          <p:cNvSpPr txBox="1"/>
          <p:nvPr/>
        </p:nvSpPr>
        <p:spPr>
          <a:xfrm>
            <a:off x="1493520" y="5574546"/>
            <a:ext cx="4428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”Alt for mange tekster og af svingende kvalitet. Ville foretrække en enkelt lærebog.”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F0336-415F-8B4E-2DB6-4FC01B2391B6}"/>
              </a:ext>
            </a:extLst>
          </p:cNvPr>
          <p:cNvSpPr txBox="1"/>
          <p:nvPr/>
        </p:nvSpPr>
        <p:spPr>
          <a:xfrm>
            <a:off x="6096000" y="4617720"/>
            <a:ext cx="4428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”I har ikke brugt lærebogen overhovedet”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42F77-B85B-9046-7911-0D5F3C84D7F6}"/>
              </a:ext>
            </a:extLst>
          </p:cNvPr>
          <p:cNvSpPr txBox="1"/>
          <p:nvPr/>
        </p:nvSpPr>
        <p:spPr>
          <a:xfrm>
            <a:off x="5556506" y="5087759"/>
            <a:ext cx="4428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”Uoverensstemmelse mellem kode uploadet og videokoden”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7B55C-9E8D-C5B0-432A-CEF1E46A011C}"/>
              </a:ext>
            </a:extLst>
          </p:cNvPr>
          <p:cNvSpPr txBox="1"/>
          <p:nvPr/>
        </p:nvSpPr>
        <p:spPr>
          <a:xfrm>
            <a:off x="6269738" y="5768757"/>
            <a:ext cx="543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10 x ”Uendelig mange filer på </a:t>
            </a:r>
            <a:r>
              <a:rPr lang="da-DK" dirty="0" err="1"/>
              <a:t>github</a:t>
            </a:r>
            <a:r>
              <a:rPr lang="da-DK" dirty="0"/>
              <a:t> og </a:t>
            </a:r>
            <a:r>
              <a:rPr lang="da-DK" dirty="0" err="1"/>
              <a:t>mega</a:t>
            </a:r>
            <a:r>
              <a:rPr lang="da-DK" dirty="0"/>
              <a:t> rodet”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9EA0C4-550E-A025-2048-42FD89F54009}"/>
              </a:ext>
            </a:extLst>
          </p:cNvPr>
          <p:cNvSpPr txBox="1"/>
          <p:nvPr/>
        </p:nvSpPr>
        <p:spPr>
          <a:xfrm>
            <a:off x="4145282" y="6247170"/>
            <a:ext cx="4428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”Forberedelsesmateriale kommer for sent” </a:t>
            </a:r>
          </a:p>
        </p:txBody>
      </p:sp>
    </p:spTree>
    <p:extLst>
      <p:ext uri="{BB962C8B-B14F-4D97-AF65-F5344CB8AC3E}">
        <p14:creationId xmlns:p14="http://schemas.microsoft.com/office/powerpoint/2010/main" val="26249739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81ECBE-CDFC-E809-4AF3-F299691B7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325" y="0"/>
            <a:ext cx="8775379" cy="4422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15E49B-236D-381B-C23B-57D63A60EA01}"/>
              </a:ext>
            </a:extLst>
          </p:cNvPr>
          <p:cNvSpPr txBox="1"/>
          <p:nvPr/>
        </p:nvSpPr>
        <p:spPr>
          <a:xfrm>
            <a:off x="886968" y="4709160"/>
            <a:ext cx="690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”Søde/behagelige undervisere og instruktorer”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4514F-F4C0-FBCF-1E71-4196886670D7}"/>
              </a:ext>
            </a:extLst>
          </p:cNvPr>
          <p:cNvSpPr txBox="1"/>
          <p:nvPr/>
        </p:nvSpPr>
        <p:spPr>
          <a:xfrm>
            <a:off x="1429325" y="5078492"/>
            <a:ext cx="690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”Godt der er mange instruktorer som kan hjælpe”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5787B-9085-BB42-CA55-A47A9570FA1B}"/>
              </a:ext>
            </a:extLst>
          </p:cNvPr>
          <p:cNvSpPr txBox="1"/>
          <p:nvPr/>
        </p:nvSpPr>
        <p:spPr>
          <a:xfrm>
            <a:off x="2438306" y="5550020"/>
            <a:ext cx="690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”Der er plads til ”dumme” spørgsmål”</a:t>
            </a:r>
          </a:p>
        </p:txBody>
      </p:sp>
    </p:spTree>
    <p:extLst>
      <p:ext uri="{BB962C8B-B14F-4D97-AF65-F5344CB8AC3E}">
        <p14:creationId xmlns:p14="http://schemas.microsoft.com/office/powerpoint/2010/main" val="250291772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D4BC6-DFED-24C7-0C5F-8AE4FD009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"/>
            <a:ext cx="10515600" cy="5948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a-DK" dirty="0"/>
              <a:t>”Bruger for lang tid på at finde konstanter”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”Bedre kommunikation mellem instruktorer tak”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”2D forvirrede mig på højere plan”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”Flere </a:t>
            </a:r>
            <a:r>
              <a:rPr lang="da-DK" dirty="0" err="1"/>
              <a:t>mentier</a:t>
            </a:r>
            <a:r>
              <a:rPr lang="da-DK" dirty="0"/>
              <a:t> tak!”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”For ambitiøst, bedre at starte langsommere ud”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”Repeter hovedpointerne og gør det klart for os hvad vi lærer i denne forelæsning”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6149879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85D19BC-4A71-D1EC-F130-1F65FE2B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21" y="380574"/>
            <a:ext cx="7401958" cy="60968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72E467-2CBF-4162-49B8-13C3061221CD}"/>
              </a:ext>
            </a:extLst>
          </p:cNvPr>
          <p:cNvSpPr txBox="1"/>
          <p:nvPr/>
        </p:nvSpPr>
        <p:spPr>
          <a:xfrm>
            <a:off x="8027179" y="807046"/>
            <a:ext cx="28908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0D model </a:t>
            </a:r>
            <a:r>
              <a:rPr lang="da-DK" dirty="0" err="1"/>
              <a:t>formulation</a:t>
            </a:r>
            <a:endParaRPr lang="da-DK" dirty="0"/>
          </a:p>
          <a:p>
            <a:r>
              <a:rPr lang="da-DK" dirty="0"/>
              <a:t>Newton- </a:t>
            </a:r>
            <a:r>
              <a:rPr lang="da-DK" dirty="0" err="1"/>
              <a:t>fouriers-ficks</a:t>
            </a:r>
            <a:r>
              <a:rPr lang="da-DK" dirty="0"/>
              <a:t> </a:t>
            </a:r>
            <a:r>
              <a:rPr lang="da-DK" dirty="0" err="1"/>
              <a:t>law</a:t>
            </a:r>
            <a:r>
              <a:rPr lang="da-DK" dirty="0"/>
              <a:t>, </a:t>
            </a:r>
          </a:p>
          <a:p>
            <a:r>
              <a:rPr lang="da-DK" dirty="0"/>
              <a:t>Heat and </a:t>
            </a:r>
            <a:r>
              <a:rPr lang="da-DK" dirty="0" err="1"/>
              <a:t>mass</a:t>
            </a:r>
            <a:r>
              <a:rPr lang="da-DK" dirty="0"/>
              <a:t> transfer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96F8379-5A05-1561-4E9A-95288695FB8B}"/>
                  </a:ext>
                </a:extLst>
              </p14:cNvPr>
              <p14:cNvContentPartPr/>
              <p14:nvPr/>
            </p14:nvContentPartPr>
            <p14:xfrm>
              <a:off x="7748540" y="951980"/>
              <a:ext cx="2880" cy="1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96F8379-5A05-1561-4E9A-95288695FB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2420" y="945860"/>
                <a:ext cx="1512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02DF666-FA94-5833-CF10-D9ED112531FA}"/>
                  </a:ext>
                </a:extLst>
              </p14:cNvPr>
              <p14:cNvContentPartPr/>
              <p14:nvPr/>
            </p14:nvContentPartPr>
            <p14:xfrm>
              <a:off x="7597224" y="941976"/>
              <a:ext cx="278640" cy="788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02DF666-FA94-5833-CF10-D9ED112531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91104" y="935856"/>
                <a:ext cx="290880" cy="80064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C4A3037C-E9C7-3B26-EB67-BD623F08BB73}"/>
              </a:ext>
            </a:extLst>
          </p:cNvPr>
          <p:cNvSpPr txBox="1"/>
          <p:nvPr/>
        </p:nvSpPr>
        <p:spPr>
          <a:xfrm>
            <a:off x="8027180" y="1693800"/>
            <a:ext cx="1004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Practice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CE29206-7E79-B802-D06A-93403E9DC45B}"/>
                  </a:ext>
                </a:extLst>
              </p14:cNvPr>
              <p14:cNvContentPartPr/>
              <p14:nvPr/>
            </p14:nvContentPartPr>
            <p14:xfrm>
              <a:off x="7642459" y="2077893"/>
              <a:ext cx="278640" cy="788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CE29206-7E79-B802-D06A-93403E9DC4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36339" y="2071773"/>
                <a:ext cx="290880" cy="80064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839F3149-405C-49FA-4DA3-D0BAF9DC3BAA}"/>
              </a:ext>
            </a:extLst>
          </p:cNvPr>
          <p:cNvSpPr txBox="1"/>
          <p:nvPr/>
        </p:nvSpPr>
        <p:spPr>
          <a:xfrm>
            <a:off x="8027179" y="2010428"/>
            <a:ext cx="45470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1D model </a:t>
            </a:r>
            <a:r>
              <a:rPr lang="da-DK" dirty="0" err="1"/>
              <a:t>formulation</a:t>
            </a:r>
            <a:r>
              <a:rPr lang="da-DK" dirty="0"/>
              <a:t> (</a:t>
            </a:r>
            <a:r>
              <a:rPr lang="da-DK" dirty="0" err="1"/>
              <a:t>method</a:t>
            </a:r>
            <a:r>
              <a:rPr lang="da-DK" dirty="0"/>
              <a:t> of lines)</a:t>
            </a:r>
          </a:p>
          <a:p>
            <a:r>
              <a:rPr lang="da-DK" dirty="0" err="1"/>
              <a:t>Coordinate</a:t>
            </a:r>
            <a:r>
              <a:rPr lang="da-DK" dirty="0"/>
              <a:t> systems, </a:t>
            </a:r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conditions</a:t>
            </a:r>
            <a:r>
              <a:rPr lang="da-DK" dirty="0"/>
              <a:t> </a:t>
            </a:r>
          </a:p>
          <a:p>
            <a:r>
              <a:rPr lang="da-DK" dirty="0"/>
              <a:t>and </a:t>
            </a:r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law</a:t>
            </a:r>
            <a:r>
              <a:rPr lang="da-DK" dirty="0"/>
              <a:t> </a:t>
            </a:r>
            <a:r>
              <a:rPr lang="da-DK" dirty="0" err="1"/>
              <a:t>implementation</a:t>
            </a:r>
            <a:r>
              <a:rPr lang="da-DK" dirty="0"/>
              <a:t> </a:t>
            </a:r>
            <a:r>
              <a:rPr lang="da-DK" dirty="0" err="1"/>
              <a:t>python</a:t>
            </a:r>
            <a:endParaRPr lang="da-DK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E22080D-87B7-D0BD-C48F-0D9F4E8C00B4}"/>
                  </a:ext>
                </a:extLst>
              </p14:cNvPr>
              <p14:cNvContentPartPr/>
              <p14:nvPr/>
            </p14:nvContentPartPr>
            <p14:xfrm>
              <a:off x="7695499" y="2901403"/>
              <a:ext cx="278640" cy="527597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E22080D-87B7-D0BD-C48F-0D9F4E8C00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89379" y="2895285"/>
                <a:ext cx="290880" cy="539833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5DD3D6D8-9699-7D78-7057-FCD007F6173C}"/>
              </a:ext>
            </a:extLst>
          </p:cNvPr>
          <p:cNvSpPr txBox="1"/>
          <p:nvPr/>
        </p:nvSpPr>
        <p:spPr>
          <a:xfrm>
            <a:off x="8027179" y="2948589"/>
            <a:ext cx="3125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2D and </a:t>
            </a:r>
            <a:r>
              <a:rPr lang="da-DK" dirty="0" err="1"/>
              <a:t>stability</a:t>
            </a:r>
            <a:r>
              <a:rPr lang="da-DK" dirty="0"/>
              <a:t> for 0D and 1D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E27657A-CC69-4EAA-E467-A66285C506E2}"/>
                  </a:ext>
                </a:extLst>
              </p14:cNvPr>
              <p14:cNvContentPartPr/>
              <p14:nvPr/>
            </p14:nvContentPartPr>
            <p14:xfrm>
              <a:off x="7675958" y="3766485"/>
              <a:ext cx="278640" cy="788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E27657A-CC69-4EAA-E467-A66285C506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9838" y="3760365"/>
                <a:ext cx="290880" cy="80064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1EEA283B-AC11-F78A-DEE4-AFFE720DD310}"/>
              </a:ext>
            </a:extLst>
          </p:cNvPr>
          <p:cNvSpPr txBox="1"/>
          <p:nvPr/>
        </p:nvSpPr>
        <p:spPr>
          <a:xfrm>
            <a:off x="8027179" y="4707704"/>
            <a:ext cx="10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Practice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881905A-6EEF-0125-37B9-D4C81CB1DCD1}"/>
                  </a:ext>
                </a:extLst>
              </p14:cNvPr>
              <p14:cNvContentPartPr/>
              <p14:nvPr/>
            </p14:nvContentPartPr>
            <p14:xfrm>
              <a:off x="7695499" y="5332703"/>
              <a:ext cx="278640" cy="345722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881905A-6EEF-0125-37B9-D4C81CB1DCD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89379" y="5326587"/>
                <a:ext cx="290880" cy="357954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9114756-5935-8139-D320-C79BE9563318}"/>
              </a:ext>
            </a:extLst>
          </p:cNvPr>
          <p:cNvSpPr txBox="1"/>
          <p:nvPr/>
        </p:nvSpPr>
        <p:spPr>
          <a:xfrm>
            <a:off x="8027179" y="5309093"/>
            <a:ext cx="308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Combining</a:t>
            </a:r>
            <a:r>
              <a:rPr lang="da-DK" dirty="0"/>
              <a:t> </a:t>
            </a:r>
            <a:r>
              <a:rPr lang="da-DK" dirty="0" err="1"/>
              <a:t>almost</a:t>
            </a:r>
            <a:r>
              <a:rPr lang="da-DK" dirty="0"/>
              <a:t> </a:t>
            </a:r>
            <a:r>
              <a:rPr lang="da-DK" dirty="0" err="1"/>
              <a:t>everything</a:t>
            </a:r>
            <a:endParaRPr lang="da-DK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510C970-22E9-10BB-10B2-47D01D78E85B}"/>
                  </a:ext>
                </a:extLst>
              </p14:cNvPr>
              <p14:cNvContentPartPr/>
              <p14:nvPr/>
            </p14:nvContentPartPr>
            <p14:xfrm>
              <a:off x="7707859" y="5733159"/>
              <a:ext cx="278640" cy="345722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510C970-22E9-10BB-10B2-47D01D78E85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01739" y="5727043"/>
                <a:ext cx="290880" cy="357954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8066E70-5214-81F8-30AE-1320737842D3}"/>
              </a:ext>
            </a:extLst>
          </p:cNvPr>
          <p:cNvSpPr txBox="1"/>
          <p:nvPr/>
        </p:nvSpPr>
        <p:spPr>
          <a:xfrm>
            <a:off x="8028864" y="5733159"/>
            <a:ext cx="530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Last </a:t>
            </a:r>
            <a:r>
              <a:rPr lang="da-DK" dirty="0" err="1"/>
              <a:t>pieces</a:t>
            </a:r>
            <a:r>
              <a:rPr lang="da-DK" dirty="0"/>
              <a:t> for a </a:t>
            </a:r>
            <a:r>
              <a:rPr lang="da-DK" dirty="0" err="1"/>
              <a:t>complete</a:t>
            </a:r>
            <a:r>
              <a:rPr lang="da-DK" dirty="0"/>
              <a:t> modeller</a:t>
            </a:r>
          </a:p>
        </p:txBody>
      </p:sp>
    </p:spTree>
    <p:extLst>
      <p:ext uri="{BB962C8B-B14F-4D97-AF65-F5344CB8AC3E}">
        <p14:creationId xmlns:p14="http://schemas.microsoft.com/office/powerpoint/2010/main" val="217724243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75625-46A1-4440-D903-EC5EA784D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860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formulation_steps.md </a:t>
            </a:r>
          </a:p>
          <a:p>
            <a:r>
              <a:rPr lang="en-US" dirty="0"/>
              <a:t>constitutive_eqs.pdf</a:t>
            </a:r>
          </a:p>
          <a:p>
            <a:r>
              <a:rPr lang="en-US" dirty="0"/>
              <a:t>Coordinate systems for PDEs.pdf</a:t>
            </a:r>
            <a:endParaRPr lang="da-DK" dirty="0"/>
          </a:p>
          <a:p>
            <a:r>
              <a:rPr lang="en-US" dirty="0"/>
              <a:t>BCs_derivation_and_code.pdf</a:t>
            </a:r>
          </a:p>
          <a:p>
            <a:r>
              <a:rPr lang="en-US" dirty="0"/>
              <a:t>finite difference formulas.md</a:t>
            </a:r>
            <a:endParaRPr lang="da-DK" dirty="0"/>
          </a:p>
          <a:p>
            <a:r>
              <a:rPr lang="en-US" dirty="0"/>
              <a:t>parameter_values.md</a:t>
            </a:r>
          </a:p>
          <a:p>
            <a:r>
              <a:rPr lang="en-US" dirty="0"/>
              <a:t>video_links.md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7191C-65D3-FA7C-AAD6-572E856D8C63}"/>
              </a:ext>
            </a:extLst>
          </p:cNvPr>
          <p:cNvSpPr txBox="1"/>
          <p:nvPr/>
        </p:nvSpPr>
        <p:spPr>
          <a:xfrm>
            <a:off x="1783080" y="448056"/>
            <a:ext cx="9912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dirty="0"/>
              <a:t>(</a:t>
            </a:r>
            <a:r>
              <a:rPr lang="da-DK" sz="2800" dirty="0" err="1"/>
              <a:t>too</a:t>
            </a:r>
            <a:r>
              <a:rPr lang="da-DK" sz="2800" dirty="0"/>
              <a:t>) </a:t>
            </a:r>
            <a:r>
              <a:rPr lang="da-DK" sz="2800" dirty="0" err="1"/>
              <a:t>much</a:t>
            </a:r>
            <a:r>
              <a:rPr lang="da-DK" sz="2800" dirty="0"/>
              <a:t> info to find in ”course-modelling-2025/docs”</a:t>
            </a:r>
          </a:p>
          <a:p>
            <a:endParaRPr lang="da-DK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82DF2-7A26-47FF-7ABF-96EFBF1E7528}"/>
              </a:ext>
            </a:extLst>
          </p:cNvPr>
          <p:cNvSpPr txBox="1"/>
          <p:nvPr/>
        </p:nvSpPr>
        <p:spPr>
          <a:xfrm>
            <a:off x="4773640" y="1402163"/>
            <a:ext cx="6174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Most </a:t>
            </a:r>
            <a:r>
              <a:rPr lang="da-DK" sz="2400" dirty="0" err="1"/>
              <a:t>important</a:t>
            </a:r>
            <a:r>
              <a:rPr lang="da-DK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5546418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386C9AF7-FC43-4772-BF6D-26FE95C56D62}">
  <ds:schemaRefs/>
</ds:datastoreItem>
</file>

<file path=customXml/itemProps2.xml><?xml version="1.0" encoding="utf-8"?>
<ds:datastoreItem xmlns:ds="http://schemas.openxmlformats.org/officeDocument/2006/customXml" ds:itemID="{C5938109-F486-41EA-929F-D7DF65C5D6B1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Arbejdsbyrden på kurset vurderes som: 3,35</vt:lpstr>
      <vt:lpstr>Jeg oplever, at kurset har relevans for mit studium som helhed : 4,31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2025-10-25T14:07:46Z</dcterms:created>
  <dcterms:modified xsi:type="dcterms:W3CDTF">2025-12-03T14:23:07Z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