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5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6A76F3-8902-4FD1-868E-03B5C4DF5E6E}" v="311" dt="2025-10-01T07:29:33.1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7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microsoft.com/office/2015/10/relationships/revisionInfo" Target="revisionInfo.xml"/><Relationship Id="rId10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63F7-EF8D-1442-2805-F90D13F7F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B73C6-4021-68D5-1099-5B1540F6C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FE5C-42F5-ED25-BFA5-92006F0F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8D708-28BE-2B4D-76EA-65C5F9F1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89D1B-E6BF-1F61-350B-A416EBB7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9175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7F94-F949-C9D2-64CD-B62B7DC7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5FE4-1DC9-4259-BC3F-AAA35F553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BD69D-53F3-11C2-CD61-58145ADE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27DC1-FAE3-D580-F35F-401162D2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CA33-9D26-98B6-E85B-DDD04508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120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BDCC-CCDE-89ED-215B-A5C7B94C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A45BD-B998-CDFD-1526-FDD92DF3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13C8F-2C17-07EA-C35A-A35FBFF6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E90C3-7845-28AD-B4AB-4E25141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ABC6B-8C7F-938E-F069-4B918234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47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2F3A-0938-B89E-F4AB-85FEE180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60B9D-3512-C97D-CC45-A43A179A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026FA-4782-12C8-2CC1-2C7509451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9C04-0833-1C4B-D8A2-3712684F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B21E-0157-D95F-9FCC-4B063351B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D5F7A-AE0A-B266-6D5F-8DCFAF7C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3900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F502-0597-DE6F-EFAA-91FE7CBC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B2D51-88C7-8166-7DF4-05B2412E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D9031-D1F7-2CE0-3119-FE2D72314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4C981-6167-2D0E-C5BB-60431E345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FAC50-58D5-0FF1-CA9C-ADFF4B70C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834AD-3601-067D-72FB-6D29B190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6F7D6-4AD1-81C2-9724-6BD00205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19DA6-2F99-B552-267C-700E7BCB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6630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FD68-AAAD-B847-FEDE-8097587B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AE93F-DDAA-4DD3-F594-609BC950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BD2A4-363A-DAA0-622F-DD627BA8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BABE-D66C-7F7F-7ABA-8A59FDD2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4500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D7050-3A86-DB26-84B4-1380B38A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E70D8-9614-140C-81C8-4A5C6A3B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678B-AC33-BD31-7B81-62828144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6859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7EB7-7A36-D8E2-02CC-749D8CB3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83CD-C860-00EB-932A-D31384975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020D6-2495-A29C-DAC2-F0076F184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F7D8A-A545-AF69-94BF-B59A3010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4F846-93A0-440A-DF82-A698055FA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D9461-0EED-10DF-5196-A303CB95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8450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58D1-A1EA-0634-FAC2-90E4D720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24B92-4BA2-E8CE-A1AE-B26577865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59854-B0B7-287F-B832-2C9C0A998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E5A84-FE53-EC4F-4180-C28245FD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90BC5-7018-2B6D-B9F7-2475E1AF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76DC6-615A-374B-A4E6-15D9BD75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879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4915-0AA5-88A7-550C-EDDA6626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7B0AC-256A-DD5C-1FB2-5A51ABFB7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13A8-DC61-DCAC-BADE-CE9BA1EE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1CA6-2AA6-85A0-F736-1DE71D24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0E3D0-868A-15DA-2C55-94052974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09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D8FEF-8EEC-1D16-8F69-5FF3DA5EC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F4F87-CA82-C826-169C-6FB5E8F98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FAE7-3CBB-7B80-6765-1E483D9B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F97FD-BF40-F2B8-A174-8202C552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6C77-356C-3228-9EE8-7AC8DFA4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340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813B5-2A41-5C27-B7E0-D603DEF4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43182-73AD-0D40-3DCC-23A18443D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9043-2191-16F3-BF2E-3BC4C2360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86069-5185-423F-843D-C2F3A033B90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4536C-B9BE-F920-FD20-E3C829D7C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E17EA-46F5-6E05-831C-C882CC57D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E487D6-2FF8-69C1-F389-41EBAD3A8DBA}"/>
              </a:ext>
            </a:extLst>
          </p:cNvPr>
          <p:cNvSpPr txBox="1"/>
          <p:nvPr/>
        </p:nvSpPr>
        <p:spPr>
          <a:xfrm>
            <a:off x="1984248" y="1344168"/>
            <a:ext cx="83759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Plan</a:t>
            </a:r>
          </a:p>
          <a:p>
            <a:endParaRPr lang="da-DK" dirty="0"/>
          </a:p>
          <a:p>
            <a:pPr marL="342900" indent="-342900">
              <a:buAutoNum type="arabicPeriod"/>
            </a:pPr>
            <a:r>
              <a:rPr lang="da-DK" dirty="0"/>
              <a:t>Short intro to 2D models (5 min)</a:t>
            </a:r>
          </a:p>
          <a:p>
            <a:pPr marL="342900" indent="-342900">
              <a:buAutoNum type="arabicPeriod"/>
            </a:pPr>
            <a:r>
              <a:rPr lang="da-DK" dirty="0" err="1"/>
              <a:t>Exercise</a:t>
            </a:r>
            <a:r>
              <a:rPr lang="da-DK" dirty="0"/>
              <a:t> on 2D model with heat bed (1 hour)</a:t>
            </a:r>
          </a:p>
          <a:p>
            <a:pPr marL="342900" indent="-342900">
              <a:buAutoNum type="arabicPeriod"/>
            </a:pPr>
            <a:r>
              <a:rPr lang="da-DK" dirty="0"/>
              <a:t>Break (5-10 min)</a:t>
            </a:r>
          </a:p>
          <a:p>
            <a:pPr marL="342900" indent="-342900">
              <a:buAutoNum type="arabicPeriod"/>
            </a:pPr>
            <a:r>
              <a:rPr lang="da-DK" dirty="0" err="1"/>
              <a:t>Example</a:t>
            </a:r>
            <a:r>
              <a:rPr lang="da-DK" dirty="0"/>
              <a:t> of 2D model in COMSOL (10-20 </a:t>
            </a:r>
            <a:r>
              <a:rPr lang="da-DK" dirty="0" err="1"/>
              <a:t>minutes</a:t>
            </a:r>
            <a:r>
              <a:rPr lang="da-DK" dirty="0"/>
              <a:t>)</a:t>
            </a:r>
          </a:p>
          <a:p>
            <a:endParaRPr lang="da-DK" dirty="0"/>
          </a:p>
          <a:p>
            <a:endParaRPr lang="da-DK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732982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5856B-72AC-84E5-BF7B-C62C457D6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2D model </a:t>
            </a:r>
            <a:r>
              <a:rPr lang="da-DK" dirty="0" err="1"/>
              <a:t>example</a:t>
            </a: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0641B8-E21F-E51F-FF8D-52BCD106C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929384"/>
            <a:ext cx="3477680" cy="40864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B32945-2EDB-D9F1-EA67-1755976F4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194" y="2233952"/>
            <a:ext cx="3280310" cy="34772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E284E7-DCBC-71BE-E85D-53A7F8026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7739" y="1690688"/>
            <a:ext cx="1542735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25154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0EAA1D-B419-7873-2E63-B85E2501B68F}"/>
              </a:ext>
            </a:extLst>
          </p:cNvPr>
          <p:cNvSpPr txBox="1"/>
          <p:nvPr/>
        </p:nvSpPr>
        <p:spPr>
          <a:xfrm>
            <a:off x="694944" y="539496"/>
            <a:ext cx="104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solve_ivp</a:t>
            </a:r>
            <a:r>
              <a:rPr lang="da-DK" dirty="0"/>
              <a:t>() </a:t>
            </a:r>
            <a:r>
              <a:rPr lang="da-DK" dirty="0" err="1"/>
              <a:t>expects</a:t>
            </a:r>
            <a:r>
              <a:rPr lang="da-DK" dirty="0"/>
              <a:t> a 1D array, but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intuitively</a:t>
            </a:r>
            <a:r>
              <a:rPr lang="da-DK" dirty="0"/>
              <a:t> understand the problem as 2D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E46D46-1049-BB37-EF20-1733D34EA7A1}"/>
              </a:ext>
            </a:extLst>
          </p:cNvPr>
          <p:cNvSpPr/>
          <p:nvPr/>
        </p:nvSpPr>
        <p:spPr>
          <a:xfrm>
            <a:off x="1296543" y="2220468"/>
            <a:ext cx="1272921" cy="10896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3AF37C-02E3-6B55-EBCA-B0D8D632B32F}"/>
              </a:ext>
            </a:extLst>
          </p:cNvPr>
          <p:cNvSpPr txBox="1"/>
          <p:nvPr/>
        </p:nvSpPr>
        <p:spPr>
          <a:xfrm>
            <a:off x="930526" y="1888512"/>
            <a:ext cx="32778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         0    1    2   3</a:t>
            </a:r>
          </a:p>
          <a:p>
            <a:r>
              <a:rPr lang="da-DK" dirty="0"/>
              <a:t>0     </a:t>
            </a:r>
            <a:r>
              <a:rPr lang="da-DK" sz="1000" dirty="0"/>
              <a:t>[0,0]  [0,1]  [0,2]  [0,3]</a:t>
            </a:r>
            <a:endParaRPr lang="da-DK" dirty="0"/>
          </a:p>
          <a:p>
            <a:r>
              <a:rPr lang="da-DK" dirty="0"/>
              <a:t>1     </a:t>
            </a:r>
            <a:r>
              <a:rPr lang="da-DK" sz="1000" dirty="0"/>
              <a:t>[1,0]  [1,1]  [1,2]  [1,3]</a:t>
            </a:r>
          </a:p>
          <a:p>
            <a:r>
              <a:rPr lang="da-DK" dirty="0"/>
              <a:t>2     </a:t>
            </a:r>
            <a:r>
              <a:rPr lang="da-DK" sz="1000" dirty="0"/>
              <a:t>[2,0]  [2,1]  [2,2]  [2,3]</a:t>
            </a:r>
          </a:p>
          <a:p>
            <a:r>
              <a:rPr lang="da-DK" dirty="0"/>
              <a:t>3     </a:t>
            </a:r>
            <a:r>
              <a:rPr lang="da-DK" sz="1000" dirty="0"/>
              <a:t>[3,0]  [3,1]  [3,2]  [3,3]</a:t>
            </a:r>
          </a:p>
          <a:p>
            <a:r>
              <a:rPr lang="da-DK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2506D3-75B8-6B63-4828-D5DA14DC5DF4}"/>
              </a:ext>
            </a:extLst>
          </p:cNvPr>
          <p:cNvSpPr txBox="1"/>
          <p:nvPr/>
        </p:nvSpPr>
        <p:spPr>
          <a:xfrm>
            <a:off x="3274948" y="2580632"/>
            <a:ext cx="2509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2D array with </a:t>
            </a:r>
            <a:r>
              <a:rPr lang="da-DK" dirty="0" err="1"/>
              <a:t>np.zeros</a:t>
            </a:r>
            <a:r>
              <a:rPr lang="da-DK" dirty="0"/>
              <a:t>()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462A928-6DC0-E558-77FB-95C1F174E911}"/>
              </a:ext>
            </a:extLst>
          </p:cNvPr>
          <p:cNvCxnSpPr/>
          <p:nvPr/>
        </p:nvCxnSpPr>
        <p:spPr>
          <a:xfrm flipH="1">
            <a:off x="2743200" y="2765298"/>
            <a:ext cx="3800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32F8E74-1916-F8E1-6B93-2E3778E55E32}"/>
              </a:ext>
            </a:extLst>
          </p:cNvPr>
          <p:cNvCxnSpPr/>
          <p:nvPr/>
        </p:nvCxnSpPr>
        <p:spPr>
          <a:xfrm>
            <a:off x="859536" y="2220468"/>
            <a:ext cx="0" cy="1089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43F51BC-28CE-C692-75ED-C7D5CD926C43}"/>
              </a:ext>
            </a:extLst>
          </p:cNvPr>
          <p:cNvCxnSpPr>
            <a:cxnSpLocks/>
          </p:cNvCxnSpPr>
          <p:nvPr/>
        </p:nvCxnSpPr>
        <p:spPr>
          <a:xfrm>
            <a:off x="1296543" y="1787652"/>
            <a:ext cx="12729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CF10405-9585-9E4D-2B67-0A3D0490D4EF}"/>
              </a:ext>
            </a:extLst>
          </p:cNvPr>
          <p:cNvSpPr txBox="1"/>
          <p:nvPr/>
        </p:nvSpPr>
        <p:spPr>
          <a:xfrm>
            <a:off x="2671629" y="1602986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5683AC-609F-7A8A-C39E-61C3BE78FEE7}"/>
              </a:ext>
            </a:extLst>
          </p:cNvPr>
          <p:cNvSpPr txBox="1"/>
          <p:nvPr/>
        </p:nvSpPr>
        <p:spPr>
          <a:xfrm>
            <a:off x="716708" y="3363207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z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FC4F29-5CBE-6E6D-4074-FA5398FFBC53}"/>
              </a:ext>
            </a:extLst>
          </p:cNvPr>
          <p:cNvSpPr txBox="1"/>
          <p:nvPr/>
        </p:nvSpPr>
        <p:spPr>
          <a:xfrm>
            <a:off x="3006532" y="3527609"/>
            <a:ext cx="324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Make it ”</a:t>
            </a:r>
            <a:r>
              <a:rPr lang="da-DK" dirty="0" err="1"/>
              <a:t>flat</a:t>
            </a:r>
            <a:r>
              <a:rPr lang="da-DK" dirty="0"/>
              <a:t>” </a:t>
            </a:r>
            <a:r>
              <a:rPr lang="da-DK" dirty="0" err="1"/>
              <a:t>before</a:t>
            </a:r>
            <a:r>
              <a:rPr lang="da-DK" dirty="0"/>
              <a:t> </a:t>
            </a:r>
            <a:r>
              <a:rPr lang="da-DK" dirty="0" err="1"/>
              <a:t>solve_ivp</a:t>
            </a:r>
            <a:r>
              <a:rPr lang="da-DK" dirty="0"/>
              <a:t>()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4906484-562D-4ED3-0E13-6F56A0E25893}"/>
              </a:ext>
            </a:extLst>
          </p:cNvPr>
          <p:cNvCxnSpPr>
            <a:stCxn id="11" idx="2"/>
          </p:cNvCxnSpPr>
          <p:nvPr/>
        </p:nvCxnSpPr>
        <p:spPr>
          <a:xfrm>
            <a:off x="4529522" y="2949964"/>
            <a:ext cx="0" cy="360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D3D4CFF-C965-F2F9-802A-41DF2F5B07FF}"/>
              </a:ext>
            </a:extLst>
          </p:cNvPr>
          <p:cNvCxnSpPr>
            <a:cxnSpLocks/>
          </p:cNvCxnSpPr>
          <p:nvPr/>
        </p:nvCxnSpPr>
        <p:spPr>
          <a:xfrm flipV="1">
            <a:off x="6489580" y="2657401"/>
            <a:ext cx="1267874" cy="771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0D051A6-5B3C-9DB0-F8D1-7A0AE4D2CAE7}"/>
              </a:ext>
            </a:extLst>
          </p:cNvPr>
          <p:cNvGrpSpPr/>
          <p:nvPr/>
        </p:nvGrpSpPr>
        <p:grpSpPr>
          <a:xfrm>
            <a:off x="3751874" y="3887773"/>
            <a:ext cx="3277875" cy="1754326"/>
            <a:chOff x="3879489" y="4345523"/>
            <a:chExt cx="3277875" cy="1754326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1D65D14-CADE-CD73-1ED7-C87A340464C2}"/>
                </a:ext>
              </a:extLst>
            </p:cNvPr>
            <p:cNvSpPr txBox="1"/>
            <p:nvPr/>
          </p:nvSpPr>
          <p:spPr>
            <a:xfrm>
              <a:off x="3879489" y="4345523"/>
              <a:ext cx="3277875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         0    1    2   3</a:t>
              </a:r>
            </a:p>
            <a:p>
              <a:r>
                <a:rPr lang="da-DK" dirty="0"/>
                <a:t>0     </a:t>
              </a:r>
              <a:r>
                <a:rPr lang="da-DK" sz="1000" dirty="0"/>
                <a:t>[0,0]  [0,1]  [0,2]  [0,3]</a:t>
              </a:r>
              <a:endParaRPr lang="da-DK" dirty="0"/>
            </a:p>
            <a:p>
              <a:r>
                <a:rPr lang="da-DK" dirty="0"/>
                <a:t>1     </a:t>
              </a:r>
              <a:r>
                <a:rPr lang="da-DK" sz="1000" dirty="0"/>
                <a:t>[1,0]  [1,1]  [1,2]  [1,3]</a:t>
              </a:r>
            </a:p>
            <a:p>
              <a:r>
                <a:rPr lang="da-DK" dirty="0"/>
                <a:t>2     </a:t>
              </a:r>
              <a:r>
                <a:rPr lang="da-DK" sz="1000" dirty="0"/>
                <a:t>[2,0]  [2,1]  [2,2]  [2,3]</a:t>
              </a:r>
            </a:p>
            <a:p>
              <a:r>
                <a:rPr lang="da-DK" dirty="0"/>
                <a:t>3     </a:t>
              </a:r>
              <a:r>
                <a:rPr lang="da-DK" sz="1000" dirty="0"/>
                <a:t>[3,0]  [3,1]  [3,2]  [3,3]</a:t>
              </a:r>
            </a:p>
            <a:p>
              <a:r>
                <a:rPr lang="da-DK" dirty="0"/>
                <a:t> 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1A62A43-57E1-2E88-4C94-39276417D7C7}"/>
                </a:ext>
              </a:extLst>
            </p:cNvPr>
            <p:cNvGrpSpPr/>
            <p:nvPr/>
          </p:nvGrpSpPr>
          <p:grpSpPr>
            <a:xfrm>
              <a:off x="4297679" y="4687824"/>
              <a:ext cx="1188897" cy="1167384"/>
              <a:chOff x="4297679" y="4687824"/>
              <a:chExt cx="1188897" cy="1167384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BC4BE78-DC8E-6406-D809-3F7B13B30FF0}"/>
                  </a:ext>
                </a:extLst>
              </p:cNvPr>
              <p:cNvSpPr/>
              <p:nvPr/>
            </p:nvSpPr>
            <p:spPr>
              <a:xfrm>
                <a:off x="4297679" y="4690872"/>
                <a:ext cx="292785" cy="116128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58F9375-4A2B-0EDE-2DE3-27C849CE79AA}"/>
                  </a:ext>
                </a:extLst>
              </p:cNvPr>
              <p:cNvSpPr/>
              <p:nvPr/>
            </p:nvSpPr>
            <p:spPr>
              <a:xfrm>
                <a:off x="4596383" y="4687824"/>
                <a:ext cx="292785" cy="1161288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AF23471-A55A-057E-ACD4-CA0B50D5A959}"/>
                  </a:ext>
                </a:extLst>
              </p:cNvPr>
              <p:cNvSpPr/>
              <p:nvPr/>
            </p:nvSpPr>
            <p:spPr>
              <a:xfrm>
                <a:off x="4913375" y="4693920"/>
                <a:ext cx="292785" cy="1161288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C32AF172-09A2-F795-167F-763EF964CD6B}"/>
                  </a:ext>
                </a:extLst>
              </p:cNvPr>
              <p:cNvSpPr/>
              <p:nvPr/>
            </p:nvSpPr>
            <p:spPr>
              <a:xfrm>
                <a:off x="5193791" y="4690872"/>
                <a:ext cx="292785" cy="1161288"/>
              </a:xfrm>
              <a:prstGeom prst="rect">
                <a:avLst/>
              </a:pr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AD129AE-A1C5-E671-2F29-CF7A4AF45E9B}"/>
              </a:ext>
            </a:extLst>
          </p:cNvPr>
          <p:cNvGrpSpPr/>
          <p:nvPr/>
        </p:nvGrpSpPr>
        <p:grpSpPr>
          <a:xfrm>
            <a:off x="7902246" y="1114370"/>
            <a:ext cx="523201" cy="4629259"/>
            <a:chOff x="8321039" y="1709927"/>
            <a:chExt cx="523201" cy="4629259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9588095C-D891-1714-6039-0FB3A5D91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537" t="16730" r="76625"/>
            <a:stretch>
              <a:fillRect/>
            </a:stretch>
          </p:blipFill>
          <p:spPr>
            <a:xfrm>
              <a:off x="8321039" y="1709927"/>
              <a:ext cx="427323" cy="1482363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4F1A99F9-FF40-B1D3-D1AF-FABA329E1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3545" t="20885" r="68517"/>
            <a:stretch>
              <a:fillRect/>
            </a:stretch>
          </p:blipFill>
          <p:spPr>
            <a:xfrm>
              <a:off x="8462130" y="2843669"/>
              <a:ext cx="264230" cy="1408408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9F943E6-8281-DBB3-B39E-542D35A63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1735" t="23182" r="47337"/>
            <a:stretch>
              <a:fillRect/>
            </a:stretch>
          </p:blipFill>
          <p:spPr>
            <a:xfrm>
              <a:off x="8480464" y="4971686"/>
              <a:ext cx="363776" cy="13675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38A9946-6405-BEDF-D07C-483238B25C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1995" t="24448" r="58745"/>
            <a:stretch>
              <a:fillRect/>
            </a:stretch>
          </p:blipFill>
          <p:spPr>
            <a:xfrm>
              <a:off x="8440127" y="3951369"/>
              <a:ext cx="308236" cy="1344971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5969B49-428B-122A-2AB4-D0766DE13E65}"/>
                </a:ext>
              </a:extLst>
            </p:cNvPr>
            <p:cNvSpPr/>
            <p:nvPr/>
          </p:nvSpPr>
          <p:spPr>
            <a:xfrm>
              <a:off x="8455578" y="4971686"/>
              <a:ext cx="292785" cy="1161288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164A9D2-D08E-8D29-38DD-6E5EA8ED8903}"/>
                </a:ext>
              </a:extLst>
            </p:cNvPr>
            <p:cNvSpPr/>
            <p:nvPr/>
          </p:nvSpPr>
          <p:spPr>
            <a:xfrm>
              <a:off x="8448879" y="3951369"/>
              <a:ext cx="292785" cy="1014528"/>
            </a:xfrm>
            <a:prstGeom prst="rect">
              <a:avLst/>
            </a:prstGeom>
            <a:no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038D8C0-1647-968E-0618-E1FDCAEA14B0}"/>
                </a:ext>
              </a:extLst>
            </p:cNvPr>
            <p:cNvSpPr/>
            <p:nvPr/>
          </p:nvSpPr>
          <p:spPr>
            <a:xfrm>
              <a:off x="8448879" y="2906631"/>
              <a:ext cx="292785" cy="1037220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EE248B1-22F3-465A-1C03-EBFCA8DBD564}"/>
                </a:ext>
              </a:extLst>
            </p:cNvPr>
            <p:cNvSpPr/>
            <p:nvPr/>
          </p:nvSpPr>
          <p:spPr>
            <a:xfrm>
              <a:off x="8447852" y="1845622"/>
              <a:ext cx="292785" cy="10372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13571A35-C810-B96F-BA99-22701C73D0E9}"/>
              </a:ext>
            </a:extLst>
          </p:cNvPr>
          <p:cNvSpPr txBox="1"/>
          <p:nvPr/>
        </p:nvSpPr>
        <p:spPr>
          <a:xfrm rot="19716389">
            <a:off x="5383163" y="2536940"/>
            <a:ext cx="2832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 err="1"/>
              <a:t>c_flat</a:t>
            </a:r>
            <a:r>
              <a:rPr lang="da-DK" dirty="0"/>
              <a:t> = </a:t>
            </a:r>
            <a:r>
              <a:rPr lang="da-DK" dirty="0" err="1"/>
              <a:t>c.flatten</a:t>
            </a:r>
            <a:r>
              <a:rPr lang="da-DK" dirty="0"/>
              <a:t>(</a:t>
            </a:r>
            <a:r>
              <a:rPr lang="da-DK" dirty="0" err="1"/>
              <a:t>order</a:t>
            </a:r>
            <a:r>
              <a:rPr lang="da-DK" dirty="0"/>
              <a:t>='F')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65E9A8-EFCC-6E04-3663-9A97738FDDA0}"/>
              </a:ext>
            </a:extLst>
          </p:cNvPr>
          <p:cNvSpPr txBox="1"/>
          <p:nvPr/>
        </p:nvSpPr>
        <p:spPr>
          <a:xfrm rot="2480613">
            <a:off x="8301005" y="3199729"/>
            <a:ext cx="4053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 err="1"/>
              <a:t>c_flat.reshape</a:t>
            </a:r>
            <a:r>
              <a:rPr lang="da-DK" dirty="0"/>
              <a:t>((Nz, </a:t>
            </a:r>
            <a:r>
              <a:rPr lang="da-DK" dirty="0" err="1"/>
              <a:t>Nr</a:t>
            </a:r>
            <a:r>
              <a:rPr lang="da-DK" dirty="0"/>
              <a:t>), </a:t>
            </a:r>
            <a:r>
              <a:rPr lang="da-DK" dirty="0" err="1"/>
              <a:t>order</a:t>
            </a:r>
            <a:r>
              <a:rPr lang="da-DK" dirty="0"/>
              <a:t>='F')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943AC61-8896-E69F-FDBF-C9D3D2FD82ED}"/>
              </a:ext>
            </a:extLst>
          </p:cNvPr>
          <p:cNvGrpSpPr/>
          <p:nvPr/>
        </p:nvGrpSpPr>
        <p:grpSpPr>
          <a:xfrm>
            <a:off x="9793010" y="4514199"/>
            <a:ext cx="3277875" cy="1754326"/>
            <a:chOff x="3879489" y="4345523"/>
            <a:chExt cx="3277875" cy="1754326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1D0A1F3-C991-B56A-1DA1-E09CE323B7F0}"/>
                </a:ext>
              </a:extLst>
            </p:cNvPr>
            <p:cNvSpPr txBox="1"/>
            <p:nvPr/>
          </p:nvSpPr>
          <p:spPr>
            <a:xfrm>
              <a:off x="3879489" y="4345523"/>
              <a:ext cx="3277875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         0    1    2   3</a:t>
              </a:r>
            </a:p>
            <a:p>
              <a:r>
                <a:rPr lang="da-DK" dirty="0"/>
                <a:t>0     </a:t>
              </a:r>
              <a:r>
                <a:rPr lang="da-DK" sz="1000" dirty="0"/>
                <a:t>[0,0]  [0,1]  [0,2]  [0,3]</a:t>
              </a:r>
              <a:endParaRPr lang="da-DK" dirty="0"/>
            </a:p>
            <a:p>
              <a:r>
                <a:rPr lang="da-DK" dirty="0"/>
                <a:t>1     </a:t>
              </a:r>
              <a:r>
                <a:rPr lang="da-DK" sz="1000" dirty="0"/>
                <a:t>[1,0]  [1,1]  [1,2]  [1,3]</a:t>
              </a:r>
            </a:p>
            <a:p>
              <a:r>
                <a:rPr lang="da-DK" dirty="0"/>
                <a:t>2     </a:t>
              </a:r>
              <a:r>
                <a:rPr lang="da-DK" sz="1000" dirty="0"/>
                <a:t>[2,0]  [2,1]  [2,2]  [2,3]</a:t>
              </a:r>
            </a:p>
            <a:p>
              <a:r>
                <a:rPr lang="da-DK" dirty="0"/>
                <a:t>3     </a:t>
              </a:r>
              <a:r>
                <a:rPr lang="da-DK" sz="1000" dirty="0"/>
                <a:t>[3,0]  [3,1]  [3,2]  [3,3]</a:t>
              </a:r>
            </a:p>
            <a:p>
              <a:r>
                <a:rPr lang="da-DK" dirty="0"/>
                <a:t> 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D570CC9-1BFA-ACC4-0D73-2F63AF709714}"/>
                </a:ext>
              </a:extLst>
            </p:cNvPr>
            <p:cNvGrpSpPr/>
            <p:nvPr/>
          </p:nvGrpSpPr>
          <p:grpSpPr>
            <a:xfrm>
              <a:off x="4297679" y="4687824"/>
              <a:ext cx="1188897" cy="1167384"/>
              <a:chOff x="4297679" y="4687824"/>
              <a:chExt cx="1188897" cy="1167384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95B9291F-334A-705E-077C-043E3377E028}"/>
                  </a:ext>
                </a:extLst>
              </p:cNvPr>
              <p:cNvSpPr/>
              <p:nvPr/>
            </p:nvSpPr>
            <p:spPr>
              <a:xfrm>
                <a:off x="4297679" y="4690872"/>
                <a:ext cx="292785" cy="116128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F1D7C69C-51C7-AC06-7ECB-A8C206565031}"/>
                  </a:ext>
                </a:extLst>
              </p:cNvPr>
              <p:cNvSpPr/>
              <p:nvPr/>
            </p:nvSpPr>
            <p:spPr>
              <a:xfrm>
                <a:off x="4596383" y="4687824"/>
                <a:ext cx="292785" cy="1161288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5038FC2B-11FD-D9E7-DD83-2A9804F1E65C}"/>
                  </a:ext>
                </a:extLst>
              </p:cNvPr>
              <p:cNvSpPr/>
              <p:nvPr/>
            </p:nvSpPr>
            <p:spPr>
              <a:xfrm>
                <a:off x="4913375" y="4693920"/>
                <a:ext cx="292785" cy="1161288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4AF3DD29-6E23-CB99-5480-FC781102DABE}"/>
                  </a:ext>
                </a:extLst>
              </p:cNvPr>
              <p:cNvSpPr/>
              <p:nvPr/>
            </p:nvSpPr>
            <p:spPr>
              <a:xfrm>
                <a:off x="5193791" y="4690872"/>
                <a:ext cx="292785" cy="1161288"/>
              </a:xfrm>
              <a:prstGeom prst="rect">
                <a:avLst/>
              </a:pr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</p:grp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0D35F71-6B0A-3405-4B50-8B61072F2493}"/>
              </a:ext>
            </a:extLst>
          </p:cNvPr>
          <p:cNvCxnSpPr>
            <a:cxnSpLocks/>
          </p:cNvCxnSpPr>
          <p:nvPr/>
        </p:nvCxnSpPr>
        <p:spPr>
          <a:xfrm>
            <a:off x="8878824" y="2721606"/>
            <a:ext cx="1439224" cy="1306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0BD9281-B61E-B14A-FF80-AAD7708F38FC}"/>
              </a:ext>
            </a:extLst>
          </p:cNvPr>
          <p:cNvSpPr txBox="1"/>
          <p:nvPr/>
        </p:nvSpPr>
        <p:spPr>
          <a:xfrm rot="2407760">
            <a:off x="9153186" y="2679493"/>
            <a:ext cx="2394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Inside ”rates” </a:t>
            </a:r>
            <a:r>
              <a:rPr lang="da-DK" dirty="0" err="1"/>
              <a:t>function</a:t>
            </a:r>
            <a:endParaRPr lang="da-DK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AE2C42A-6F66-F690-61E3-C1BE61E5037B}"/>
              </a:ext>
            </a:extLst>
          </p:cNvPr>
          <p:cNvSpPr txBox="1"/>
          <p:nvPr/>
        </p:nvSpPr>
        <p:spPr>
          <a:xfrm rot="19763823">
            <a:off x="5449929" y="2308047"/>
            <a:ext cx="2340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Before</a:t>
            </a:r>
            <a:r>
              <a:rPr lang="da-DK" dirty="0"/>
              <a:t> </a:t>
            </a:r>
            <a:r>
              <a:rPr lang="da-DK" dirty="0" err="1"/>
              <a:t>solve_ivp</a:t>
            </a:r>
            <a:r>
              <a:rPr lang="da-DK" dirty="0"/>
              <a:t>() </a:t>
            </a:r>
            <a:r>
              <a:rPr lang="da-DK" dirty="0" err="1"/>
              <a:t>call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7630960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04E1580-1924-FB94-EB86-147114001D76}"/>
                  </a:ext>
                </a:extLst>
              </p:cNvPr>
              <p:cNvSpPr txBox="1"/>
              <p:nvPr/>
            </p:nvSpPr>
            <p:spPr>
              <a:xfrm>
                <a:off x="233510" y="744467"/>
                <a:ext cx="12521293" cy="412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a-DK" dirty="0"/>
                  <a:t>Interior points: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da-DK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 (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+1, 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p>
                          <m:sSup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da-DK" i="1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da-DK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04E1580-1924-FB94-EB86-147114001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10" y="744467"/>
                <a:ext cx="12521293" cy="412998"/>
              </a:xfrm>
              <a:prstGeom prst="rect">
                <a:avLst/>
              </a:prstGeom>
              <a:blipFill>
                <a:blip r:embed="rId2"/>
                <a:stretch>
                  <a:fillRect l="-1120" b="-2205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2CDCC97A-7D97-32CB-4D4D-3B3B5DE94297}"/>
              </a:ext>
            </a:extLst>
          </p:cNvPr>
          <p:cNvSpPr txBox="1"/>
          <p:nvPr/>
        </p:nvSpPr>
        <p:spPr>
          <a:xfrm>
            <a:off x="2695389" y="103220"/>
            <a:ext cx="6801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 for diffusion </a:t>
            </a:r>
            <a:r>
              <a:rPr lang="da-DK" dirty="0" err="1"/>
              <a:t>only</a:t>
            </a:r>
            <a:r>
              <a:rPr lang="da-DK" dirty="0"/>
              <a:t> in 2D </a:t>
            </a:r>
            <a:r>
              <a:rPr lang="da-DK" dirty="0" err="1"/>
              <a:t>rectangular</a:t>
            </a:r>
            <a:r>
              <a:rPr lang="da-DK" dirty="0"/>
              <a:t> </a:t>
            </a:r>
            <a:r>
              <a:rPr lang="da-DK" dirty="0" err="1"/>
              <a:t>coordinates</a:t>
            </a:r>
            <a:endParaRPr lang="da-DK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D5EFD46-8290-027A-8D76-A240ADE1D3BA}"/>
              </a:ext>
            </a:extLst>
          </p:cNvPr>
          <p:cNvGrpSpPr/>
          <p:nvPr/>
        </p:nvGrpSpPr>
        <p:grpSpPr>
          <a:xfrm>
            <a:off x="6410970" y="1095998"/>
            <a:ext cx="5781030" cy="5533471"/>
            <a:chOff x="5823418" y="1038409"/>
            <a:chExt cx="5781030" cy="5533471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FBD2077-5431-0D03-0FE0-683C4EEEC857}"/>
                </a:ext>
              </a:extLst>
            </p:cNvPr>
            <p:cNvGrpSpPr/>
            <p:nvPr/>
          </p:nvGrpSpPr>
          <p:grpSpPr>
            <a:xfrm>
              <a:off x="5823418" y="1186678"/>
              <a:ext cx="5781030" cy="5385202"/>
              <a:chOff x="3118318" y="1455363"/>
              <a:chExt cx="5781030" cy="538520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A7C3638-9BF9-001E-92E7-68B1E4B2C43D}"/>
                  </a:ext>
                </a:extLst>
              </p:cNvPr>
              <p:cNvSpPr/>
              <p:nvPr/>
            </p:nvSpPr>
            <p:spPr>
              <a:xfrm>
                <a:off x="3766930" y="2057400"/>
                <a:ext cx="4124740" cy="429370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949D76-DF9C-568A-470F-6F1B7CA5AEAF}"/>
                  </a:ext>
                </a:extLst>
              </p:cNvPr>
              <p:cNvSpPr txBox="1"/>
              <p:nvPr/>
            </p:nvSpPr>
            <p:spPr>
              <a:xfrm>
                <a:off x="5633834" y="1541431"/>
                <a:ext cx="6960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 err="1"/>
                  <a:t>robin</a:t>
                </a:r>
                <a:endParaRPr lang="da-DK" dirty="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6AA95E-0C4F-2CC2-7B2B-03B60616B982}"/>
                  </a:ext>
                </a:extLst>
              </p:cNvPr>
              <p:cNvSpPr txBox="1"/>
              <p:nvPr/>
            </p:nvSpPr>
            <p:spPr>
              <a:xfrm>
                <a:off x="8192810" y="3873387"/>
                <a:ext cx="6960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 err="1"/>
                  <a:t>robin</a:t>
                </a:r>
                <a:endParaRPr lang="da-DK" dirty="0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DC2A9957-F515-53B1-8513-B66357CC6569}"/>
                  </a:ext>
                </a:extLst>
              </p:cNvPr>
              <p:cNvCxnSpPr/>
              <p:nvPr/>
            </p:nvCxnSpPr>
            <p:spPr>
              <a:xfrm>
                <a:off x="4426224" y="2070654"/>
                <a:ext cx="0" cy="429370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BF1E34AE-0CCA-9820-6255-B3F0D7A0A3CE}"/>
                  </a:ext>
                </a:extLst>
              </p:cNvPr>
              <p:cNvCxnSpPr/>
              <p:nvPr/>
            </p:nvCxnSpPr>
            <p:spPr>
              <a:xfrm>
                <a:off x="5151784" y="2060715"/>
                <a:ext cx="0" cy="429370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843D6808-A570-B462-F79F-89EC85F04429}"/>
                  </a:ext>
                </a:extLst>
              </p:cNvPr>
              <p:cNvCxnSpPr/>
              <p:nvPr/>
            </p:nvCxnSpPr>
            <p:spPr>
              <a:xfrm>
                <a:off x="5897213" y="2060714"/>
                <a:ext cx="0" cy="429370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B376FA4D-4D32-F618-B967-7E22A5F0E8CD}"/>
                  </a:ext>
                </a:extLst>
              </p:cNvPr>
              <p:cNvCxnSpPr/>
              <p:nvPr/>
            </p:nvCxnSpPr>
            <p:spPr>
              <a:xfrm>
                <a:off x="6606209" y="2057400"/>
                <a:ext cx="0" cy="429370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61A664C-5CAF-1C49-3F74-7466A52F38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5444" y="2057400"/>
                <a:ext cx="0" cy="429370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DC68CC9-43F1-5380-1E82-9D54551F5E64}"/>
                  </a:ext>
                </a:extLst>
              </p:cNvPr>
              <p:cNvCxnSpPr/>
              <p:nvPr/>
            </p:nvCxnSpPr>
            <p:spPr>
              <a:xfrm>
                <a:off x="4091606" y="2057400"/>
                <a:ext cx="0" cy="429370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7269AC3-C8A2-8537-90C3-64008B5CBE89}"/>
                  </a:ext>
                </a:extLst>
              </p:cNvPr>
              <p:cNvCxnSpPr/>
              <p:nvPr/>
            </p:nvCxnSpPr>
            <p:spPr>
              <a:xfrm>
                <a:off x="7593493" y="2057400"/>
                <a:ext cx="0" cy="429370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1E3B174-F78C-B1BD-E07E-DC967D3D9F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6930" y="5234608"/>
                <a:ext cx="412474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F60C4BC3-FA42-7B81-8B8E-9680F66123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6930" y="4509048"/>
                <a:ext cx="412474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92C3908-E43E-D594-7501-DDDB0D2577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6930" y="3763619"/>
                <a:ext cx="412474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0622805A-A137-7755-4529-4642FC3A5C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6930" y="3054623"/>
                <a:ext cx="412474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07D6BB2B-DBD0-113B-12BC-19D44E11D7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6930" y="2385388"/>
                <a:ext cx="412474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05228A45-997E-07B7-A25E-83459AE1F9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6930" y="5986664"/>
                <a:ext cx="412474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BAC9FB81-A56E-BCAC-D63F-4BACF18A5E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6930" y="2057400"/>
                <a:ext cx="412474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392B642-4CEB-3918-FDC0-96FAE50CCACB}"/>
                  </a:ext>
                </a:extLst>
              </p:cNvPr>
              <p:cNvSpPr txBox="1"/>
              <p:nvPr/>
            </p:nvSpPr>
            <p:spPr>
              <a:xfrm>
                <a:off x="7728172" y="6471233"/>
                <a:ext cx="6081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 err="1"/>
                  <a:t>Nj</a:t>
                </a:r>
                <a:endParaRPr lang="da-DK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2171DFE-0BA3-AD28-DACC-5D6B754E6023}"/>
                  </a:ext>
                </a:extLst>
              </p:cNvPr>
              <p:cNvSpPr txBox="1"/>
              <p:nvPr/>
            </p:nvSpPr>
            <p:spPr>
              <a:xfrm>
                <a:off x="3118318" y="1884330"/>
                <a:ext cx="6081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/>
                  <a:t>Ni</a:t>
                </a:r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BFDB2929-C1A0-3265-16ED-2C980546D4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89020" y="1640029"/>
                <a:ext cx="1017" cy="47110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8FA057CC-26F5-1A6B-253D-E5A4F955EA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6930" y="6469380"/>
                <a:ext cx="4782710" cy="18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9F93CBC-EA6C-C2F0-D2FA-BF950A7A50D9}"/>
                  </a:ext>
                </a:extLst>
              </p:cNvPr>
              <p:cNvSpPr txBox="1"/>
              <p:nvPr/>
            </p:nvSpPr>
            <p:spPr>
              <a:xfrm>
                <a:off x="8031803" y="1455363"/>
                <a:ext cx="8675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/>
                  <a:t>[Ni, </a:t>
                </a:r>
                <a:r>
                  <a:rPr lang="da-DK" dirty="0" err="1"/>
                  <a:t>Nj</a:t>
                </a:r>
                <a:r>
                  <a:rPr lang="da-DK" dirty="0"/>
                  <a:t>]</a:t>
                </a: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C66FBD9F-8181-E420-ACC0-C464ADE4F97F}"/>
                  </a:ext>
                </a:extLst>
              </p:cNvPr>
              <p:cNvCxnSpPr/>
              <p:nvPr/>
            </p:nvCxnSpPr>
            <p:spPr>
              <a:xfrm flipH="1">
                <a:off x="7891670" y="1824695"/>
                <a:ext cx="214105" cy="24430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44AF349-72D4-BFC4-79A5-F36348387CAC}"/>
                </a:ext>
              </a:extLst>
            </p:cNvPr>
            <p:cNvSpPr txBox="1"/>
            <p:nvPr/>
          </p:nvSpPr>
          <p:spPr>
            <a:xfrm>
              <a:off x="11216822" y="6016029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r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AF0C5E9-339C-BDBF-039E-BF24BB3E86E7}"/>
                </a:ext>
              </a:extLst>
            </p:cNvPr>
            <p:cNvSpPr txBox="1"/>
            <p:nvPr/>
          </p:nvSpPr>
          <p:spPr>
            <a:xfrm>
              <a:off x="6151292" y="1038409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z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603D7D7-217A-1D23-956A-4DFE63BCDDED}"/>
                  </a:ext>
                </a:extLst>
              </p:cNvPr>
              <p:cNvSpPr txBox="1"/>
              <p:nvPr/>
            </p:nvSpPr>
            <p:spPr>
              <a:xfrm>
                <a:off x="150322" y="3178681"/>
                <a:ext cx="12521293" cy="613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a-DK" sz="1600" dirty="0"/>
                  <a:t>At right: 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da-DK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6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𝑁𝑗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da-DK" sz="16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da-DK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+1, 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𝑁𝑗</m:t>
                            </m:r>
                          </m:e>
                        </m:d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𝑁𝑗</m:t>
                            </m:r>
                          </m:e>
                        </m:d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𝑁𝑗</m:t>
                            </m:r>
                          </m:e>
                        </m:d>
                      </m:num>
                      <m:den>
                        <m:r>
                          <a:rPr lang="da-DK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p>
                          <m:sSupPr>
                            <m:ctrlP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a-DK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𝑁𝑗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𝑁𝑗</m:t>
                            </m:r>
                          </m:e>
                        </m:d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𝑁𝑗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da-DK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p>
                          <m:sSupPr>
                            <m:ctrlPr>
                              <a:rPr lang="da-DK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da-DK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a-DK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sz="1600" dirty="0"/>
                  <a:t>	</a:t>
                </a: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603D7D7-217A-1D23-956A-4DFE63BCD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22" y="3178681"/>
                <a:ext cx="12521293" cy="613438"/>
              </a:xfrm>
              <a:prstGeom prst="rect">
                <a:avLst/>
              </a:prstGeom>
              <a:blipFill>
                <a:blip r:embed="rId3"/>
                <a:stretch>
                  <a:fillRect l="-1022" t="-9901" b="-792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091ECD7-948E-1FD8-7074-45254B8DEC5D}"/>
                  </a:ext>
                </a:extLst>
              </p:cNvPr>
              <p:cNvSpPr txBox="1"/>
              <p:nvPr/>
            </p:nvSpPr>
            <p:spPr>
              <a:xfrm>
                <a:off x="150322" y="2271763"/>
                <a:ext cx="12521293" cy="8596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a-DK" sz="1600" dirty="0"/>
                  <a:t>At top: 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da-DK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6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𝑁𝑖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da-DK" sz="16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 (</m:t>
                    </m:r>
                    <m:f>
                      <m:fPr>
                        <m:ctrlPr>
                          <a:rPr lang="da-DK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𝑁𝑖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+1, 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𝑁𝑖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𝑁𝑖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num>
                      <m:den>
                        <m:r>
                          <a:rPr lang="da-DK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p>
                          <m:sSupPr>
                            <m:ctrlP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a-DK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𝑁𝑖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𝑁𝑖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𝑁𝑖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da-DK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p>
                          <m:sSupPr>
                            <m:ctrlPr>
                              <a:rPr lang="da-DK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da-DK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a-DK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sz="1600" dirty="0"/>
                  <a:t>	</a:t>
                </a:r>
              </a:p>
              <a:p>
                <a:endParaRPr lang="da-DK" sz="16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091ECD7-948E-1FD8-7074-45254B8DE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22" y="2271763"/>
                <a:ext cx="12521293" cy="859659"/>
              </a:xfrm>
              <a:prstGeom prst="rect">
                <a:avLst/>
              </a:prstGeom>
              <a:blipFill>
                <a:blip r:embed="rId4"/>
                <a:stretch>
                  <a:fillRect l="-1022" t="-780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72136DA3-BC5C-99C2-88A3-6D9AFD96F876}"/>
              </a:ext>
            </a:extLst>
          </p:cNvPr>
          <p:cNvGrpSpPr/>
          <p:nvPr/>
        </p:nvGrpSpPr>
        <p:grpSpPr>
          <a:xfrm>
            <a:off x="1011627" y="1651969"/>
            <a:ext cx="1557799" cy="760580"/>
            <a:chOff x="1932806" y="1441873"/>
            <a:chExt cx="1557799" cy="760580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F0C0B8F-13EB-DBB7-B174-DDAA087692B3}"/>
                </a:ext>
              </a:extLst>
            </p:cNvPr>
            <p:cNvSpPr txBox="1"/>
            <p:nvPr/>
          </p:nvSpPr>
          <p:spPr>
            <a:xfrm>
              <a:off x="1932806" y="1441873"/>
              <a:ext cx="155779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sz="1600" dirty="0"/>
                <a:t>Ghost point top</a:t>
              </a: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74798725-06C5-FF35-46DA-76FB685CDE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90238" y="1857900"/>
              <a:ext cx="114837" cy="34455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91B10A6-8B11-4710-0806-42D266DC092C}"/>
              </a:ext>
            </a:extLst>
          </p:cNvPr>
          <p:cNvGrpSpPr/>
          <p:nvPr/>
        </p:nvGrpSpPr>
        <p:grpSpPr>
          <a:xfrm>
            <a:off x="3061605" y="3721618"/>
            <a:ext cx="1661417" cy="757195"/>
            <a:chOff x="3756797" y="3429000"/>
            <a:chExt cx="1661417" cy="757195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7DB38F7-B6D9-0FAB-F0AF-948DB45C056D}"/>
                </a:ext>
              </a:extLst>
            </p:cNvPr>
            <p:cNvSpPr txBox="1"/>
            <p:nvPr/>
          </p:nvSpPr>
          <p:spPr>
            <a:xfrm>
              <a:off x="3756797" y="3847641"/>
              <a:ext cx="16614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sz="1600" dirty="0"/>
                <a:t>Ghost point right</a:t>
              </a:r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404FB3F7-B827-00B1-56E9-F8EC62E41E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3349" y="3429000"/>
              <a:ext cx="4545" cy="4095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52503F1-8580-9EB2-A2F9-72C0E9AB2E50}"/>
                  </a:ext>
                </a:extLst>
              </p:cNvPr>
              <p:cNvSpPr txBox="1"/>
              <p:nvPr/>
            </p:nvSpPr>
            <p:spPr>
              <a:xfrm>
                <a:off x="150322" y="4570287"/>
                <a:ext cx="12521293" cy="8596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a-DK" sz="1600" dirty="0"/>
                  <a:t>top right corner:</a:t>
                </a:r>
              </a:p>
              <a:p>
                <a:endParaRPr lang="da-DK" sz="1600" dirty="0"/>
              </a:p>
              <a:p>
                <a:r>
                  <a:rPr lang="da-DK" sz="16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6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𝑁𝑖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𝑁𝑗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da-DK" sz="16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da-DK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𝑁𝑖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+1, 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𝑁𝑗</m:t>
                            </m:r>
                          </m:e>
                        </m:d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𝑁𝑖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𝑁𝑗</m:t>
                            </m:r>
                          </m:e>
                        </m:d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a-DK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𝑁𝑖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𝑁𝑗</m:t>
                            </m:r>
                          </m:e>
                        </m:d>
                      </m:num>
                      <m:den>
                        <m:r>
                          <a:rPr lang="da-DK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p>
                          <m:sSupPr>
                            <m:ctrlP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a-DK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𝑁𝑖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𝑁𝑗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𝑁𝑖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𝑁𝑗</m:t>
                            </m:r>
                          </m:e>
                        </m:d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a-DK" sz="1600" i="1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a-DK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𝑁𝑖</m:t>
                            </m:r>
                            <m:r>
                              <a:rPr lang="da-DK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𝑁𝑗</m:t>
                            </m:r>
                            <m:r>
                              <a:rPr lang="da-DK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da-DK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p>
                          <m:sSupPr>
                            <m:ctrlPr>
                              <a:rPr lang="da-DK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da-DK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a-DK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a-DK" sz="160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52503F1-8580-9EB2-A2F9-72C0E9AB2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22" y="4570287"/>
                <a:ext cx="12521293" cy="859659"/>
              </a:xfrm>
              <a:prstGeom prst="rect">
                <a:avLst/>
              </a:prstGeom>
              <a:blipFill>
                <a:blip r:embed="rId5"/>
                <a:stretch>
                  <a:fillRect l="-1022" t="-7801" b="-567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5D306E57-B0ED-3876-7FE2-A00099F54168}"/>
              </a:ext>
            </a:extLst>
          </p:cNvPr>
          <p:cNvSpPr txBox="1"/>
          <p:nvPr/>
        </p:nvSpPr>
        <p:spPr>
          <a:xfrm>
            <a:off x="3614701" y="5784634"/>
            <a:ext cx="1661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dirty="0"/>
              <a:t>Ghost point right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346D576-1C68-FF41-1FDC-B88589A36AF0}"/>
              </a:ext>
            </a:extLst>
          </p:cNvPr>
          <p:cNvCxnSpPr>
            <a:cxnSpLocks/>
          </p:cNvCxnSpPr>
          <p:nvPr/>
        </p:nvCxnSpPr>
        <p:spPr>
          <a:xfrm flipV="1">
            <a:off x="4221253" y="5365993"/>
            <a:ext cx="4545" cy="4095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AF00D45B-12A1-B88A-BCFE-B23ADC24A611}"/>
              </a:ext>
            </a:extLst>
          </p:cNvPr>
          <p:cNvGrpSpPr/>
          <p:nvPr/>
        </p:nvGrpSpPr>
        <p:grpSpPr>
          <a:xfrm>
            <a:off x="979522" y="5370679"/>
            <a:ext cx="1557799" cy="757195"/>
            <a:chOff x="407567" y="5316423"/>
            <a:chExt cx="1557799" cy="757195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DCD8E37-F69D-2323-746D-848D78C1B1EC}"/>
                </a:ext>
              </a:extLst>
            </p:cNvPr>
            <p:cNvSpPr txBox="1"/>
            <p:nvPr/>
          </p:nvSpPr>
          <p:spPr>
            <a:xfrm>
              <a:off x="407567" y="5735064"/>
              <a:ext cx="155779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sz="1600" dirty="0"/>
                <a:t>Ghost point top</a:t>
              </a:r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BF043B46-3482-1EFD-871B-B41B050B22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119" y="5316423"/>
              <a:ext cx="4545" cy="4095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8114322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7"/>
  <p:tag name="AS_OS" val="Unix 6.5.0.1014"/>
  <p:tag name="AS_RELEASE_DATE" val="2023.08.14"/>
  <p:tag name="AS_TITLE" val="Aspose.Slides for .NET Standard 2.0"/>
  <p:tag name="AS_VERSION" val="23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FormConfiguration><![CDATA[{"formFields":[],"formDataEntries":[]}]]></TemplafyFormConfiguration>
</file>

<file path=customXml/item2.xml><?xml version="1.0" encoding="utf-8"?>
<TemplafyTemplateConfiguration><![CDATA[{"elementsMetadata":[],"transformationConfigurations":[],"templateName":"blankpresentation","templateDescription":"","enableDocumentContentUpdater":false,"version":"2.0"}]]></Templafy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1,"isValidatorEnabled":false,"isLocked":false,"elementsMetadata":[],"slideId":"1054884848216047618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C5938109-F486-41EA-929F-D7DF65C5D6B1}">
  <ds:schemaRefs/>
</ds:datastoreItem>
</file>

<file path=customXml/itemProps2.xml><?xml version="1.0" encoding="utf-8"?>
<ds:datastoreItem xmlns:ds="http://schemas.openxmlformats.org/officeDocument/2006/customXml" ds:itemID="{386C9AF7-FC43-4772-BF6D-26FE95C56D62}">
  <ds:schemaRefs/>
</ds:datastoreItem>
</file>

<file path=customXml/itemProps3.xml><?xml version="1.0" encoding="utf-8"?>
<ds:datastoreItem xmlns:ds="http://schemas.openxmlformats.org/officeDocument/2006/customXml" ds:itemID="{C60B9EDF-596D-4F67-B5E3-411D55B8E8FC}">
  <ds:schemaRefs/>
</ds:datastoreItem>
</file>

<file path=customXml/itemProps4.xml><?xml version="1.0" encoding="utf-8"?>
<ds:datastoreItem xmlns:ds="http://schemas.openxmlformats.org/officeDocument/2006/customXml" ds:itemID="{B69ABF3A-B169-44F9-86AC-4E29FB2A260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</Words>
  <Application>Microsoft Office PowerPoint</Application>
  <PresentationFormat>Widescreen</PresentationFormat>
  <Paragraphs>54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2D model example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2025-06-19T08:55:46Z</dcterms:created>
  <dcterms:modified xsi:type="dcterms:W3CDTF">2025-10-01T17:53:30Z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2024-11-22T08:25:59</vt:lpwstr>
  </property>
  <property fmtid="{D5CDD505-2E9C-101B-9397-08002B2CF9AE}" pid="3" name="TemplafyTenantId">
    <vt:lpwstr>auoffice</vt:lpwstr>
  </property>
  <property fmtid="{D5CDD505-2E9C-101B-9397-08002B2CF9AE}" pid="4" name="TemplafyTemplateId">
    <vt:lpwstr>1054884838842826800</vt:lpwstr>
  </property>
  <property fmtid="{D5CDD505-2E9C-101B-9397-08002B2CF9AE}" pid="5" name="TemplafyUserProfileId">
    <vt:lpwstr>1208448259217163026</vt:lpwstr>
  </property>
  <property fmtid="{D5CDD505-2E9C-101B-9397-08002B2CF9AE}" pid="6" name="TemplafyLanguageCode">
    <vt:lpwstr>da-DK</vt:lpwstr>
  </property>
  <property fmtid="{D5CDD505-2E9C-101B-9397-08002B2CF9AE}" pid="7" name="TemplafyFromBlank">
    <vt:bool>true</vt:bool>
  </property>
</Properties>
</file>