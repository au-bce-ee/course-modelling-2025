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8"/>
  </p:sldMasterIdLst>
  <p:sldIdLst>
    <p:sldId id="260" r:id="rId9"/>
    <p:sldId id="261" r:id="rId10"/>
    <p:sldId id="256" r:id="rId11"/>
    <p:sldId id="257" r:id="rId12"/>
    <p:sldId id="258" r:id="rId13"/>
    <p:sldId id="259" r:id="rId14"/>
    <p:sldId id="262" r:id="rId15"/>
    <p:sldId id="263" r:id="rId16"/>
    <p:sldId id="264" r:id="rId17"/>
    <p:sldId id="266" r:id="rId18"/>
    <p:sldId id="267" r:id="rId19"/>
    <p:sldId id="268" r:id="rId20"/>
    <p:sldId id="265" r:id="rId21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10E084-77AB-40CB-81E9-A633497D64D4}" v="561" dt="2025-09-19T08:56:59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7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24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ags" Target="tags/tag1.xml"/><Relationship Id="rId27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8:56:4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51 512 1072,'0'0'1298,"-3"2"-532,-6-2 5533,-24-74-6300,32 73 14,0-1-1,1 1 1,-1-1 0,0 0 0,1 1-1,-1-1 1,1 0 0,0 0-1,0 1 1,0-1 0,0 0-1,0 0 1,0 1 0,0-1 0,0 0-1,0 0 1,1 1 0,-1-1-1,2-1 1,0 0 8,0 1-1,1 0 1,-1-1-1,1 1 1,-1 0 0,1 1-1,0-1 1,0 0-1,3-1 1,-3 2-57,-1 0 56,5-3-33,0 0-1,0 0 1,-1 0-1,1-1 1,7-7-1,-13 10 1,1 1 0,-1-1 0,0 1-1,0-1 1,0 0 0,0 1 0,0-1-1,0 0 1,0 0 0,0 0-1,-1 0 1,1 0 0,-1 0 0,1 0-1,-1 0 1,0 0 0,0 0 0,0 0-1,0 0 1,0 0 0,0 0 0,-1 0-1,1 0 1,0 0 0,-1 0 0,0 0-1,-1-3 1,-1 3-5,1-1 0,-1 0 0,0 1 1,0-1-1,0 1 0,-1 0 0,1 0 0,0 0 0,-1 1 0,0-1 1,1 1-1,-1 0 0,0 0 0,1 0 0,-6 0 0,-20-9 89,28 7-64,-5-72 265,7 74-262,0-1 0,0 1 0,-1-1 0,1 1 0,0 0 0,0 0 0,0-1 0,1 1 0,-1 0 0,0 0 0,0 0 0,1 0 0,-1 0 0,0 1 0,1-1 0,-1 0 0,4 0 0,21-19-69,-23 16 39,-2-1-1,1 1 0,0-1 1,-1 1-1,0-1 1,0 0-1,0 1 0,-1-1 1,0 0-1,1 0 0,-2-8 1,1 0-230,-34 9-102,33 4 357,-1 0 0,1 0 1,0 0-1,-1-1 0,1 1 0,0 0 1,0-1-1,-1 1 0,1-1 0,0 0 1,0 1-1,0-1 0,-1 0 0,1 0 1,-1-1-1,2 2-9,-1-1 0,1 1 1,0 0-1,0-1 0,0 0 0,-1 1 1,1-1-1,0 1 0,0-1 0,0 1 1,0-1-1,0 1 0,0-1 1,0 1-1,0-1 0,0 1 0,0-1 1,0 0-1,0 1 0,0-1 0,1 1 1,-1-1-1,0 1 0,0-1 0,1 0 1,0-1-169,1 0 0,0 0 0,0 0 0,-1 0 0,1 0 1,0 1-1,1-1 0,-1 0 0,0 1 0,0 0 0,1-1 0,-1 1 1,5-1-1,15-4-2098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8:56:4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45 233 1240,'0'0'6847,"0"-46"-6499,0 30-201,-1 13-134,1 1-1,-1-1 1,1 0-1,0 1 1,0-1-1,0 0 1,0 1-1,1-1 1,-1 0-1,1 1 1,-1-1-1,1 1 1,0-1 0,0 1-1,0-1 1,1 1-1,-1-1 1,0 1-1,1 0 1,-1 0-1,4-3 1,-5 4-16,0 1 0,1 0 0,-1 0 1,0 0-1,0 0 0,0 0 0,0 0 0,0 0 1,0 0-1,0 0 0,1 0 0,-1 0 0,0 0 1,0 0-1,0 0 0,0-1 0,0 1 0,0 0 1,0 0-1,0 0 0,0 0 0,0 0 0,1 0 1,-1 0-1,0-1 0,0 1 0,0 0 0,0 0 1,0 0-1,0 0 0,0 0 0,0 0 0,0-1 1,0 1-1,0 0 0,0 0 0,0 0 0,0 0 1,0 0-1,0 0 0,0-1 0,-1 1 0,1 0 1,0 0-1,0 0 0,0 0 0,0 0 0,0 0 1,0 0-1,0 0 0,0-1 0,0 1 0,0 0 1,-1 0-1,1 0 0,0 0 0,0 0 0,0 0 1,0 0-1,0 0 0,0 0 0,0 0 0,-1 0 1,-14-3-32,-24 2 85,34 1-72,4-1 116,1-1 0,0 0 0,0 0 0,0 0 0,0 1 0,0-1 0,0 0 0,1 0 0,-1 0 0,1 1 0,-1-1 0,1 0 0,-1 0 0,1 1 0,1-3 1,15-11-143,-15 13 39,0 1-1,1-1 1,-1 0 0,0 0 0,0 0-1,0 0 1,-1 0 0,1 0-1,2-5 1,2-1-205,3-9-715,-9 17 907,0 0 0,0-1-1,0 1 1,0-1 0,0 1 0,-1-1 0,1 1-1,0 0 1,0-1 0,0 1 0,-1-1 0,1 1-1,0 0 1,-1-1 0,1 1 0,0 0 0,-1-1 0,1 1-1,0 0 1,-1 0 0,1-1 0,-1 1 0,1 0-1,0 0 1,-1 0 0,1 0 0,-1-1 0,1 1-1,-1 0 1,1 0 0,-1 0 0,1 0 0,0 0 0,-1 0-1,1 0 1,-1 0 0,1 0 0,-1 1 0,1-1-1,-1 0 1,0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8:56:4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46 353 1040,'0'0'3974,"-3"-1"-4425,-5-5 5362,7 2-4881,1 0 0,0 0 0,1 0-1,-1-1 1,1 1 0,0 0 0,0 0 0,0 0-1,0 0 1,4-6 0,-4 7-47,0 1 0,-1-1 0,1 0 0,-1 1 0,1-1 0,-1 0 0,0 0 0,0 1 0,0-1 0,0 0 0,-1 0 0,1 0 0,-1 1 0,0-1 0,0 0 1,1 1-1,-2-1 0,1 1 0,0-1 0,0 1 0,-4-5 0,-4 4-14,8 3 43,0-1 1,0 1-1,-1 0 0,1-1 0,0 1 1,0 0-1,0-1 0,0 1 1,0-1-1,0 0 0,0 1 0,0-1 1,0 0-1,0 0 0,0 0 1,0 1-1,0-1 0,0 0 0,1 0 1,-1 0-1,0 0 0,1-1 1,-1 1-1,1 0 0,-1 0 0,1 0 1,-1 0-1,1 0 0,0-1 1,0 1-1,0 0 0,-1 0 0,1-1 1,1 1-1,-1 0 0,0 0 0,0-2 1,4-1 6,0 1 0,0 0 0,0 0 0,0 0 0,1 1 0,-1 0 0,6-3 1,-4 2-12,22-13 79,48-36 1,-76 50-99,1 1 1,0 0-1,-1 0 1,1 0-1,-1-1 1,1 1-1,-1 0 0,0-1 1,0 1-1,1 0 1,-1-1-1,0 1 1,0 0-1,0-1 1,0 1-1,-1 0 0,1-1 1,0 1-1,-1 0 1,1-1-1,0 1 1,-1 0-1,0 0 1,1-1-1,-1 1 0,0 0 1,1 0-1,-1 0 1,0 0-1,0 0 1,0 0-1,0 0 1,0 0-1,-2 0 0,2 0 18,0 1 0,0-1 0,0 1-1,0-1 1,0 0 0,0 1-1,0-1 1,0 0 0,0 0 0,0 0-1,0 0 1,0 0 0,0 0-1,0 0 1,1 0 0,-1 0-1,0 0 1,1 0 0,-1 0 0,1-1-1,0 1 1,-1 0 0,1 0-1,0 0 1,-1-1 0,1 1 0,0 0-1,0-1 1,0 1 0,0 0-1,1 0 1,-1-1 0,0 1-1,0 0 1,1 0 0,0-3 0,0-9-100,-1 13-19,12 0-4877,-2 0 3024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9:02:35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51 512 1072,'0'0'1298,"-3"2"-532,-6-2 5533,-24-74-6300,32 73 14,0-1-1,1 1 1,-1-1 0,0 0 0,1 1-1,-1-1 1,1 0 0,0 0-1,0 1 1,0-1 0,0 0-1,0 0 1,0 1 0,0-1 0,0 0-1,0 0 1,1 1 0,-1-1-1,2-1 1,0 0 8,0 1-1,1 0 1,-1-1-1,1 1 1,-1 0 0,1 1-1,0-1 1,0 0-1,3-1 1,-3 2-57,-1 0 56,5-3-33,0 0-1,0 0 1,-1 0-1,1-1 1,7-7-1,-13 10 1,1 1 0,-1-1 0,0 1-1,0-1 1,0 0 0,0 1 0,0-1-1,0 0 1,0 0 0,0 0-1,-1 0 1,1 0 0,-1 0 0,1 0-1,-1 0 1,0 0 0,0 0 0,0 0-1,0 0 1,0 0 0,0 0 0,-1 0-1,1 0 1,0 0 0,-1 0 0,0 0-1,-1-3 1,-1 3-5,1-1 0,-1 0 0,0 1 1,0-1-1,0 1 0,-1 0 0,1 0 0,0 0 0,-1 1 0,0-1 1,1 1-1,-1 0 0,0 0 0,1 0 0,-6 0 0,-20-9 89,28 7-64,-5-72 265,7 74-262,0-1 0,0 1 0,-1-1 0,1 1 0,0 0 0,0 0 0,0-1 0,1 1 0,-1 0 0,0 0 0,0 0 0,1 0 0,-1 0 0,0 1 0,1-1 0,-1 0 0,4 0 0,21-19-69,-23 16 39,-2-1-1,1 1 0,0-1 1,-1 1-1,0-1 1,0 0-1,0 1 0,-1-1 1,0 0-1,1 0 0,-2-8 1,1 0-230,-34 9-102,33 4 357,-1 0 0,1 0 1,0 0-1,-1-1 0,1 1 0,0 0 1,0-1-1,-1 1 0,1-1 0,0 0 1,0 1-1,0-1 0,-1 0 0,1 0 1,-1-1-1,2 2-9,-1-1 0,1 1 1,0 0-1,0-1 0,0 0 0,-1 1 1,1-1-1,0 1 0,0-1 0,0 1 1,0-1-1,0 1 0,0-1 1,0 1-1,0-1 0,0 1 0,0-1 1,0 0-1,0 1 0,0-1 0,1 1 1,-1-1-1,0 1 0,0-1 0,1 0 1,0-1-169,1 0 0,0 0 0,0 0 0,-1 0 0,1 0 1,0 1-1,1-1 0,-1 0 0,0 1 0,0 0 0,1-1 0,-1 1 1,5-1-1,15-4-2098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9:02:35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45 233 1240,'0'0'6847,"0"-46"-6499,0 30-201,-1 13-134,1 1-1,-1-1 1,1 0-1,0 1 1,0-1-1,0 0 1,0 1-1,1-1 1,-1 0-1,1 1 1,-1-1-1,1 1 1,0-1 0,0 1-1,0-1 1,1 1-1,-1-1 1,0 1-1,1 0 1,-1 0-1,4-3 1,-5 4-16,0 1 0,1 0 0,-1 0 1,0 0-1,0 0 0,0 0 0,0 0 0,0 0 1,0 0-1,0 0 0,1 0 0,-1 0 0,0 0 1,0 0-1,0 0 0,0-1 0,0 1 0,0 0 1,0 0-1,0 0 0,0 0 0,0 0 0,1 0 1,-1 0-1,0-1 0,0 1 0,0 0 0,0 0 1,0 0-1,0 0 0,0 0 0,0 0 0,0-1 1,0 1-1,0 0 0,0 0 0,0 0 0,0 0 1,0 0-1,0 0 0,0-1 0,-1 1 0,1 0 1,0 0-1,0 0 0,0 0 0,0 0 0,0 0 1,0 0-1,0 0 0,0-1 0,0 1 0,0 0 1,-1 0-1,1 0 0,0 0 0,0 0 0,0 0 1,0 0-1,0 0 0,0 0 0,0 0 0,-1 0 1,-14-3-32,-24 2 85,34 1-72,4-1 116,1-1 0,0 0 0,0 0 0,0 0 0,0 1 0,0-1 0,0 0 0,1 0 0,-1 0 0,1 1 0,-1-1 0,1 0 0,-1 0 0,1 1 0,1-3 1,15-11-143,-15 13 39,0 1-1,1-1 1,-1 0 0,0 0 0,0 0-1,0 0 1,-1 0 0,1 0-1,2-5 1,2-1-205,3-9-715,-9 17 907,0 0 0,0-1-1,0 1 1,0-1 0,0 1 0,-1-1 0,1 1-1,0 0 1,0-1 0,0 1 0,-1-1 0,1 1-1,0 0 1,-1-1 0,1 1 0,0 0 0,-1-1 0,1 1-1,0 0 1,-1 0 0,1-1 0,-1 1 0,1 0-1,0 0 1,-1 0 0,1 0 0,-1-1 0,1 1-1,-1 0 1,1 0 0,-1 0 0,1 0 0,0 0 0,-1 0-1,1 0 1,-1 0 0,1 0 0,-1 1 0,1-1-1,-1 0 1,0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9:02:35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46 353 1040,'0'0'3974,"-3"-1"-4425,-5-5 5362,7 2-4881,1 0 0,0 0 0,1 0-1,-1-1 1,1 1 0,0 0 0,0 0 0,0 0-1,0 0 1,4-6 0,-4 7-47,0 1 0,-1-1 0,1 0 0,-1 1 0,1-1 0,-1 0 0,0 0 0,0 1 0,0-1 0,0 0 0,-1 0 0,1 0 0,-1 1 0,0-1 0,0 0 1,1 1-1,-2-1 0,1 1 0,0-1 0,0 1 0,-4-5 0,-4 4-14,8 3 43,0-1 1,0 1-1,-1 0 0,1-1 0,0 1 1,0 0-1,0-1 0,0 1 1,0-1-1,0 0 0,0 1 0,0-1 1,0 0-1,0 0 0,0 0 1,0 1-1,0-1 0,0 0 0,1 0 1,-1 0-1,0 0 0,1-1 1,-1 1-1,1 0 0,-1 0 0,1 0 1,-1 0-1,1 0 0,0-1 1,0 1-1,0 0 0,-1 0 0,1-1 1,1 1-1,-1 0 0,0 0 0,0-2 1,4-1 6,0 1 0,0 0 0,0 0 0,0 0 0,1 1 0,-1 0 0,6-3 1,-4 2-12,22-13 79,48-36 1,-76 50-99,1 1 1,0 0-1,-1 0 1,1 0-1,-1-1 1,1 1-1,-1 0 0,0-1 1,0 1-1,1 0 1,-1-1-1,0 1 1,0 0-1,0-1 1,0 1-1,-1 0 0,1-1 1,0 1-1,-1 0 1,1-1-1,0 1 1,-1 0-1,0 0 1,1-1-1,-1 1 0,0 0 1,1 0-1,-1 0 1,0 0-1,0 0 1,0 0-1,0 0 1,0 0-1,-2 0 0,2 0 18,0 1 0,0-1 0,0 1-1,0-1 1,0 0 0,0 1-1,0-1 1,0 0 0,0 0 0,0 0-1,0 0 1,0 0 0,0 0-1,0 0 1,1 0 0,-1 0-1,0 0 1,1 0 0,-1 0 0,1-1-1,0 1 1,-1 0 0,1 0-1,0 0 1,-1-1 0,1 1 0,0 0-1,0-1 1,0 1 0,0 0-1,1 0 1,-1-1 0,0 1-1,0 0 1,1 0 0,0-3 0,0-9-100,-1 13-19,12 0-4877,-2 0 3024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13:52:44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51 512 1072,'0'0'1298,"-3"2"-532,-6-2 5533,-24-74-6300,32 73 14,0-1-1,1 1 1,-1-1 0,0 0 0,1 1-1,-1-1 1,1 0 0,0 0-1,0 1 1,0-1 0,0 0-1,0 0 1,0 1 0,0-1 0,0 0-1,0 0 1,1 1 0,-1-1-1,2-1 1,0 0 8,0 1-1,1 0 1,-1-1-1,1 1 1,-1 0 0,1 1-1,0-1 1,0 0-1,3-1 1,-3 2-57,-1 0 56,5-3-33,0 0-1,0 0 1,-1 0-1,1-1 1,7-7-1,-13 10 1,1 1 0,-1-1 0,0 1-1,0-1 1,0 0 0,0 1 0,0-1-1,0 0 1,0 0 0,0 0-1,-1 0 1,1 0 0,-1 0 0,1 0-1,-1 0 1,0 0 0,0 0 0,0 0-1,0 0 1,0 0 0,0 0 0,-1 0-1,1 0 1,0 0 0,-1 0 0,0 0-1,-1-3 1,-1 3-5,1-1 0,-1 0 0,0 1 1,0-1-1,0 1 0,-1 0 0,1 0 0,0 0 0,-1 1 0,0-1 1,1 1-1,-1 0 0,0 0 0,1 0 0,-6 0 0,-20-9 89,28 7-64,-5-72 265,7 74-262,0-1 0,0 1 0,-1-1 0,1 1 0,0 0 0,0 0 0,0-1 0,1 1 0,-1 0 0,0 0 0,0 0 0,1 0 0,-1 0 0,0 1 0,1-1 0,-1 0 0,4 0 0,21-19-69,-23 16 39,-2-1-1,1 1 0,0-1 1,-1 1-1,0-1 1,0 0-1,0 1 0,-1-1 1,0 0-1,1 0 0,-2-8 1,1 0-230,-34 9-102,33 4 357,-1 0 0,1 0 1,0 0-1,-1-1 0,1 1 0,0 0 1,0-1-1,-1 1 0,1-1 0,0 0 1,0 1-1,0-1 0,-1 0 0,1 0 1,-1-1-1,2 2-9,-1-1 0,1 1 1,0 0-1,0-1 0,0 0 0,-1 1 1,1-1-1,0 1 0,0-1 0,0 1 1,0-1-1,0 1 0,0-1 1,0 1-1,0-1 0,0 1 0,0-1 1,0 0-1,0 1 0,0-1 0,1 1 1,-1-1-1,0 1 0,0-1 0,1 0 1,0-1-169,1 0 0,0 0 0,0 0 0,-1 0 0,1 0 1,0 1-1,1-1 0,-1 0 0,0 1 0,0 0 0,1-1 0,-1 1 1,5-1-1,15-4-2098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13:52:44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45 233 1240,'0'0'6847,"0"-46"-6499,0 30-201,-1 13-134,1 1-1,-1-1 1,1 0-1,0 1 1,0-1-1,0 0 1,0 1-1,1-1 1,-1 0-1,1 1 1,-1-1-1,1 1 1,0-1 0,0 1-1,0-1 1,1 1-1,-1-1 1,0 1-1,1 0 1,-1 0-1,4-3 1,-5 4-16,0 1 0,1 0 0,-1 0 1,0 0-1,0 0 0,0 0 0,0 0 0,0 0 1,0 0-1,0 0 0,1 0 0,-1 0 0,0 0 1,0 0-1,0 0 0,0-1 0,0 1 0,0 0 1,0 0-1,0 0 0,0 0 0,0 0 0,1 0 1,-1 0-1,0-1 0,0 1 0,0 0 0,0 0 1,0 0-1,0 0 0,0 0 0,0 0 0,0-1 1,0 1-1,0 0 0,0 0 0,0 0 0,0 0 1,0 0-1,0 0 0,0-1 0,-1 1 0,1 0 1,0 0-1,0 0 0,0 0 0,0 0 0,0 0 1,0 0-1,0 0 0,0-1 0,0 1 0,0 0 1,-1 0-1,1 0 0,0 0 0,0 0 0,0 0 1,0 0-1,0 0 0,0 0 0,0 0 0,-1 0 1,-14-3-32,-24 2 85,34 1-72,4-1 116,1-1 0,0 0 0,0 0 0,0 0 0,0 1 0,0-1 0,0 0 0,1 0 0,-1 0 0,1 1 0,-1-1 0,1 0 0,-1 0 0,1 1 0,1-3 1,15-11-143,-15 13 39,0 1-1,1-1 1,-1 0 0,0 0 0,0 0-1,0 0 1,-1 0 0,1 0-1,2-5 1,2-1-205,3-9-715,-9 17 907,0 0 0,0-1-1,0 1 1,0-1 0,0 1 0,-1-1 0,1 1-1,0 0 1,0-1 0,0 1 0,-1-1 0,1 1-1,0 0 1,-1-1 0,1 1 0,0 0 0,-1-1 0,1 1-1,0 0 1,-1 0 0,1-1 0,-1 1 0,1 0-1,0 0 1,-1 0 0,1 0 0,-1-1 0,1 1-1,-1 0 1,1 0 0,-1 0 0,1 0 0,0 0 0,-1 0-1,1 0 1,-1 0 0,1 0 0,-1 1 0,1-1-1,-1 0 1,0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13:52:44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46 353 1040,'0'0'3974,"-3"-1"-4425,-5-5 5362,7 2-4881,1 0 0,0 0 0,1 0-1,-1-1 1,1 1 0,0 0 0,0 0 0,0 0-1,0 0 1,4-6 0,-4 7-47,0 1 0,-1-1 0,1 0 0,-1 1 0,1-1 0,-1 0 0,0 0 0,0 1 0,0-1 0,0 0 0,-1 0 0,1 0 0,-1 1 0,0-1 0,0 0 1,1 1-1,-2-1 0,1 1 0,0-1 0,0 1 0,-4-5 0,-4 4-14,8 3 43,0-1 1,0 1-1,-1 0 0,1-1 0,0 1 1,0 0-1,0-1 0,0 1 1,0-1-1,0 0 0,0 1 0,0-1 1,0 0-1,0 0 0,0 0 1,0 1-1,0-1 0,0 0 0,1 0 1,-1 0-1,0 0 0,1-1 1,-1 1-1,1 0 0,-1 0 0,1 0 1,-1 0-1,1 0 0,0-1 1,0 1-1,0 0 0,-1 0 0,1-1 1,1 1-1,-1 0 0,0 0 0,0-2 1,4-1 6,0 1 0,0 0 0,0 0 0,0 0 0,1 1 0,-1 0 0,6-3 1,-4 2-12,22-13 79,48-36 1,-76 50-99,1 1 1,0 0-1,-1 0 1,1 0-1,-1-1 1,1 1-1,-1 0 0,0-1 1,0 1-1,1 0 1,-1-1-1,0 1 1,0 0-1,0-1 1,0 1-1,-1 0 0,1-1 1,0 1-1,-1 0 1,1-1-1,0 1 1,-1 0-1,0 0 1,1-1-1,-1 1 0,0 0 1,1 0-1,-1 0 1,0 0-1,0 0 1,0 0-1,0 0 1,0 0-1,-2 0 0,2 0 18,0 1 0,0-1 0,0 1-1,0-1 1,0 0 0,0 1-1,0-1 1,0 0 0,0 0 0,0 0-1,0 0 1,0 0 0,0 0-1,0 0 1,1 0 0,-1 0-1,0 0 1,1 0 0,-1 0 0,1-1-1,0 1 1,-1 0 0,1 0-1,0 0 1,-1-1 0,1 1 0,0 0-1,0-1 1,0 1 0,0 0-1,1 0 1,-1-1 0,0 1-1,0 0 1,1 0 0,0-3 0,0-9-100,-1 13-19,12 0-4877,-2 0 3024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customXml" Target="../ink/ink5.xml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customXml" Target="../ink/ink8.xml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9C2CA-80F2-DAAD-E05A-EA1265F7A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496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Plan for </a:t>
            </a:r>
            <a:r>
              <a:rPr lang="da-DK" dirty="0" err="1"/>
              <a:t>today</a:t>
            </a:r>
            <a:r>
              <a:rPr lang="da-DK" dirty="0"/>
              <a:t>:</a:t>
            </a:r>
          </a:p>
          <a:p>
            <a:pPr marL="514350" indent="-514350">
              <a:buAutoNum type="arabicPeriod"/>
            </a:pPr>
            <a:r>
              <a:rPr lang="da-DK" dirty="0" err="1"/>
              <a:t>Menti</a:t>
            </a:r>
            <a:r>
              <a:rPr lang="da-DK" dirty="0"/>
              <a:t> on </a:t>
            </a:r>
            <a:r>
              <a:rPr lang="da-DK" dirty="0" err="1"/>
              <a:t>understanding</a:t>
            </a:r>
            <a:r>
              <a:rPr lang="da-DK" dirty="0"/>
              <a:t> from last time (5-10 min)</a:t>
            </a:r>
          </a:p>
          <a:p>
            <a:pPr marL="514350" indent="-514350">
              <a:buAutoNum type="arabicPeriod"/>
            </a:pPr>
            <a:r>
              <a:rPr lang="da-DK" dirty="0"/>
              <a:t>Neumann BC </a:t>
            </a:r>
            <a:r>
              <a:rPr lang="da-DK" dirty="0" err="1"/>
              <a:t>code</a:t>
            </a:r>
            <a:r>
              <a:rPr lang="da-DK" dirty="0"/>
              <a:t> and </a:t>
            </a:r>
            <a:r>
              <a:rPr lang="da-DK" dirty="0" err="1"/>
              <a:t>effect</a:t>
            </a:r>
            <a:r>
              <a:rPr lang="da-DK" dirty="0"/>
              <a:t> of dx (5-10 min) </a:t>
            </a:r>
          </a:p>
          <a:p>
            <a:pPr marL="514350" indent="-514350">
              <a:buAutoNum type="arabicPeriod"/>
            </a:pPr>
            <a:r>
              <a:rPr lang="da-DK" dirty="0" err="1"/>
              <a:t>Lecture</a:t>
            </a:r>
            <a:r>
              <a:rPr lang="da-DK" dirty="0"/>
              <a:t> (</a:t>
            </a:r>
            <a:r>
              <a:rPr lang="da-DK" dirty="0" err="1"/>
              <a:t>BCs</a:t>
            </a:r>
            <a:r>
              <a:rPr lang="da-DK" dirty="0"/>
              <a:t>) (20 min)</a:t>
            </a:r>
          </a:p>
          <a:p>
            <a:pPr marL="514350" indent="-514350">
              <a:buAutoNum type="arabicPeriod"/>
            </a:pPr>
            <a:r>
              <a:rPr lang="da-DK" dirty="0"/>
              <a:t>Break 10 min</a:t>
            </a:r>
          </a:p>
          <a:p>
            <a:pPr marL="514350" indent="-514350">
              <a:buAutoNum type="arabicPeriod"/>
            </a:pPr>
            <a:r>
              <a:rPr lang="da-DK" dirty="0" err="1"/>
              <a:t>Exercises</a:t>
            </a:r>
            <a:r>
              <a:rPr lang="da-DK" dirty="0"/>
              <a:t> </a:t>
            </a:r>
          </a:p>
          <a:p>
            <a:pPr marL="514350" indent="-514350">
              <a:buAutoNum type="arabicPeriod"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2137267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6BA639-FFBF-B273-0A22-9274D3F5E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681" y="2647002"/>
            <a:ext cx="3114637" cy="32234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4E6D72-7872-20D2-3432-229A7CCC9FB2}"/>
              </a:ext>
            </a:extLst>
          </p:cNvPr>
          <p:cNvSpPr txBox="1"/>
          <p:nvPr/>
        </p:nvSpPr>
        <p:spPr>
          <a:xfrm>
            <a:off x="3814141" y="1236031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4000" b="1" i="0" dirty="0">
                <a:effectLst/>
                <a:latin typeface="MentiText"/>
              </a:rPr>
              <a:t>Join </a:t>
            </a:r>
            <a:r>
              <a:rPr lang="da-DK" sz="4000" b="1" i="0" dirty="0" err="1">
                <a:effectLst/>
                <a:latin typeface="MentiText"/>
              </a:rPr>
              <a:t>menti</a:t>
            </a:r>
            <a:r>
              <a:rPr lang="da-DK" sz="4000" b="1" i="0" dirty="0">
                <a:effectLst/>
                <a:latin typeface="MentiText"/>
              </a:rPr>
              <a:t> 3882 6599</a:t>
            </a:r>
            <a:endParaRPr lang="da-DK" sz="4000" dirty="0"/>
          </a:p>
        </p:txBody>
      </p:sp>
    </p:spTree>
    <p:extLst>
      <p:ext uri="{BB962C8B-B14F-4D97-AF65-F5344CB8AC3E}">
        <p14:creationId xmlns:p14="http://schemas.microsoft.com/office/powerpoint/2010/main" val="335911877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0520-D0AF-3FCE-F7DE-415E0961D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Boundary conditions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E16F6-0E05-2C96-F30B-C78247500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Frederik Dalby</a:t>
            </a:r>
          </a:p>
          <a:p>
            <a:r>
              <a:rPr lang="en-US" dirty="0"/>
              <a:t>Modelling Fall 2025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1A7DF9-56C2-5322-96A6-AF759AD9A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52" y="2175662"/>
            <a:ext cx="9647315" cy="25066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640C3F-9172-25B5-8DF6-B7D5FDF27B30}"/>
              </a:ext>
            </a:extLst>
          </p:cNvPr>
          <p:cNvSpPr txBox="1"/>
          <p:nvPr/>
        </p:nvSpPr>
        <p:spPr>
          <a:xfrm>
            <a:off x="4754880" y="786384"/>
            <a:ext cx="2036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Three overall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D6A792-67F7-0D31-EDC7-9884A6D7D0E5}"/>
              </a:ext>
            </a:extLst>
          </p:cNvPr>
          <p:cNvSpPr txBox="1"/>
          <p:nvPr/>
        </p:nvSpPr>
        <p:spPr>
          <a:xfrm>
            <a:off x="10567076" y="2701636"/>
            <a:ext cx="1181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(</a:t>
            </a:r>
            <a:r>
              <a:rPr lang="da-DK" dirty="0" err="1"/>
              <a:t>first</a:t>
            </a:r>
            <a:r>
              <a:rPr lang="da-DK" dirty="0"/>
              <a:t> type)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D4C47-9A5E-131A-BDDB-633A0374542A}"/>
              </a:ext>
            </a:extLst>
          </p:cNvPr>
          <p:cNvSpPr txBox="1"/>
          <p:nvPr/>
        </p:nvSpPr>
        <p:spPr>
          <a:xfrm>
            <a:off x="10553223" y="3322655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(</a:t>
            </a:r>
            <a:r>
              <a:rPr lang="da-DK" dirty="0" err="1"/>
              <a:t>second</a:t>
            </a:r>
            <a:r>
              <a:rPr lang="da-DK" dirty="0"/>
              <a:t> type)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FD51E-85CF-7437-D43B-B07DAF9BF9CF}"/>
              </a:ext>
            </a:extLst>
          </p:cNvPr>
          <p:cNvSpPr txBox="1"/>
          <p:nvPr/>
        </p:nvSpPr>
        <p:spPr>
          <a:xfrm>
            <a:off x="10585309" y="4090914"/>
            <a:ext cx="125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(</a:t>
            </a:r>
            <a:r>
              <a:rPr lang="da-DK" dirty="0" err="1"/>
              <a:t>third</a:t>
            </a:r>
            <a:r>
              <a:rPr lang="da-DK" dirty="0"/>
              <a:t> type)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26D66-333C-418A-F560-C54209F6D11D}"/>
              </a:ext>
            </a:extLst>
          </p:cNvPr>
          <p:cNvSpPr txBox="1"/>
          <p:nvPr/>
        </p:nvSpPr>
        <p:spPr>
          <a:xfrm>
            <a:off x="7481453" y="5229166"/>
            <a:ext cx="3255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equations</a:t>
            </a:r>
            <a:r>
              <a:rPr lang="da-DK" dirty="0"/>
              <a:t> at </a:t>
            </a:r>
            <a:r>
              <a:rPr lang="da-DK" dirty="0" err="1"/>
              <a:t>boundary</a:t>
            </a:r>
            <a:r>
              <a:rPr lang="da-DK" dirty="0"/>
              <a:t> (newtons </a:t>
            </a:r>
            <a:r>
              <a:rPr lang="da-DK" dirty="0" err="1"/>
              <a:t>law</a:t>
            </a:r>
            <a:r>
              <a:rPr lang="da-DK" dirty="0"/>
              <a:t>, </a:t>
            </a:r>
            <a:r>
              <a:rPr lang="da-DK" dirty="0" err="1"/>
              <a:t>mass</a:t>
            </a:r>
            <a:r>
              <a:rPr lang="da-DK" dirty="0"/>
              <a:t> transfer </a:t>
            </a:r>
            <a:r>
              <a:rPr lang="da-DK" dirty="0" err="1"/>
              <a:t>coefficient</a:t>
            </a:r>
            <a:r>
              <a:rPr lang="da-DK" dirty="0"/>
              <a:t>, </a:t>
            </a:r>
            <a:r>
              <a:rPr lang="da-DK" dirty="0" err="1"/>
              <a:t>reaction</a:t>
            </a:r>
            <a:r>
              <a:rPr lang="da-DK" dirty="0"/>
              <a:t> kinetics)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33A2FE-0E43-BF6E-7829-D21052144BF2}"/>
              </a:ext>
            </a:extLst>
          </p:cNvPr>
          <p:cNvCxnSpPr/>
          <p:nvPr/>
        </p:nvCxnSpPr>
        <p:spPr>
          <a:xfrm flipV="1">
            <a:off x="9476509" y="4682338"/>
            <a:ext cx="0" cy="402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00175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69EDE61-A051-D024-0C22-F8F00796E802}"/>
              </a:ext>
            </a:extLst>
          </p:cNvPr>
          <p:cNvGrpSpPr/>
          <p:nvPr/>
        </p:nvGrpSpPr>
        <p:grpSpPr>
          <a:xfrm rot="16200000">
            <a:off x="214561" y="3676961"/>
            <a:ext cx="3833581" cy="901569"/>
            <a:chOff x="2251028" y="2459736"/>
            <a:chExt cx="6941739" cy="28041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EC353F6-0271-149D-EC7C-0718C726B9D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459736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378E166-FA2F-440C-2B7C-5CCF87A6162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740152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AA518B0-C9A4-7722-6532-70A8074D0F31}"/>
                </a:ext>
              </a:extLst>
            </p:cNvPr>
            <p:cNvSpPr/>
            <p:nvPr/>
          </p:nvSpPr>
          <p:spPr>
            <a:xfrm rot="10800000">
              <a:off x="2251028" y="2459736"/>
              <a:ext cx="271589" cy="2804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885A02C-4688-C819-0C30-98B48C0ACD97}"/>
              </a:ext>
            </a:extLst>
          </p:cNvPr>
          <p:cNvSpPr txBox="1"/>
          <p:nvPr/>
        </p:nvSpPr>
        <p:spPr>
          <a:xfrm>
            <a:off x="1830627" y="5442923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</a:t>
            </a:r>
            <a:r>
              <a:rPr lang="da-DK" baseline="-25000" dirty="0"/>
              <a:t>2</a:t>
            </a:r>
            <a:r>
              <a:rPr lang="da-DK" dirty="0"/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1B1F3D-8A2B-8778-122B-6A35FAFDE94D}"/>
              </a:ext>
            </a:extLst>
          </p:cNvPr>
          <p:cNvSpPr txBox="1"/>
          <p:nvPr/>
        </p:nvSpPr>
        <p:spPr>
          <a:xfrm>
            <a:off x="1886640" y="2210955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H2S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98C212D-4BE1-B99F-BD97-93089F45EF8B}"/>
                  </a:ext>
                </a:extLst>
              </p14:cNvPr>
              <p14:cNvContentPartPr/>
              <p14:nvPr/>
            </p14:nvContentPartPr>
            <p14:xfrm>
              <a:off x="1799875" y="5714230"/>
              <a:ext cx="36360" cy="185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98C212D-4BE1-B99F-BD97-93089F45EF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0785" y="5705230"/>
                <a:ext cx="54176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D9E7359-626D-FB78-C660-748110685D51}"/>
                  </a:ext>
                </a:extLst>
              </p14:cNvPr>
              <p14:cNvContentPartPr/>
              <p14:nvPr/>
            </p14:nvContentPartPr>
            <p14:xfrm>
              <a:off x="2146915" y="5799550"/>
              <a:ext cx="23040" cy="84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D9E7359-626D-FB78-C660-748110685D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7915" y="5790550"/>
                <a:ext cx="406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DD2776D-EF14-0725-42CC-C433CA05659A}"/>
                  </a:ext>
                </a:extLst>
              </p14:cNvPr>
              <p14:cNvContentPartPr/>
              <p14:nvPr/>
            </p14:nvContentPartPr>
            <p14:xfrm>
              <a:off x="2387395" y="5750950"/>
              <a:ext cx="55800" cy="127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DD2776D-EF14-0725-42CC-C433CA0565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78453" y="5741950"/>
                <a:ext cx="73327" cy="14472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A40FA3F1-A060-AFFA-047D-D1618B1BBE65}"/>
              </a:ext>
            </a:extLst>
          </p:cNvPr>
          <p:cNvSpPr/>
          <p:nvPr/>
        </p:nvSpPr>
        <p:spPr>
          <a:xfrm>
            <a:off x="1484903" y="2082481"/>
            <a:ext cx="1265460" cy="12375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2D65D9-1316-EA21-3AC6-C759D31E4F57}"/>
              </a:ext>
            </a:extLst>
          </p:cNvPr>
          <p:cNvSpPr txBox="1"/>
          <p:nvPr/>
        </p:nvSpPr>
        <p:spPr>
          <a:xfrm>
            <a:off x="1040171" y="1054509"/>
            <a:ext cx="10753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 </a:t>
            </a:r>
            <a:r>
              <a:rPr lang="da-DK" dirty="0" err="1"/>
              <a:t>well</a:t>
            </a:r>
            <a:r>
              <a:rPr lang="da-DK" dirty="0"/>
              <a:t> with </a:t>
            </a:r>
            <a:r>
              <a:rPr lang="da-DK" dirty="0" err="1"/>
              <a:t>contaminated</a:t>
            </a:r>
            <a:r>
              <a:rPr lang="da-DK" dirty="0"/>
              <a:t> </a:t>
            </a:r>
            <a:r>
              <a:rPr lang="da-DK" dirty="0" err="1"/>
              <a:t>water</a:t>
            </a:r>
            <a:r>
              <a:rPr lang="da-DK" dirty="0"/>
              <a:t> at the </a:t>
            </a:r>
            <a:r>
              <a:rPr lang="da-DK" dirty="0" err="1"/>
              <a:t>bottom</a:t>
            </a:r>
            <a:r>
              <a:rPr lang="da-DK" dirty="0"/>
              <a:t> is </a:t>
            </a:r>
            <a:r>
              <a:rPr lang="da-DK" dirty="0" err="1"/>
              <a:t>emitting</a:t>
            </a:r>
            <a:r>
              <a:rPr lang="da-DK" dirty="0"/>
              <a:t> H</a:t>
            </a:r>
            <a:r>
              <a:rPr lang="da-DK" baseline="-25000" dirty="0"/>
              <a:t>2</a:t>
            </a:r>
            <a:r>
              <a:rPr lang="da-DK" dirty="0"/>
              <a:t>S. </a:t>
            </a:r>
            <a:r>
              <a:rPr lang="da-DK" dirty="0" err="1"/>
              <a:t>There</a:t>
            </a:r>
            <a:r>
              <a:rPr lang="da-DK" dirty="0"/>
              <a:t> is </a:t>
            </a:r>
            <a:r>
              <a:rPr lang="da-DK" dirty="0" err="1"/>
              <a:t>always</a:t>
            </a:r>
            <a:r>
              <a:rPr lang="da-DK" dirty="0"/>
              <a:t> 1000 ppm H</a:t>
            </a:r>
            <a:r>
              <a:rPr lang="da-DK" baseline="-25000" dirty="0"/>
              <a:t>2</a:t>
            </a:r>
            <a:r>
              <a:rPr lang="da-DK" dirty="0"/>
              <a:t>S at the </a:t>
            </a:r>
            <a:r>
              <a:rPr lang="da-DK" dirty="0" err="1"/>
              <a:t>bottom</a:t>
            </a:r>
            <a:r>
              <a:rPr lang="da-DK" dirty="0"/>
              <a:t>.</a:t>
            </a:r>
          </a:p>
          <a:p>
            <a:r>
              <a:rPr lang="da-DK" dirty="0"/>
              <a:t>On the top of the </a:t>
            </a:r>
            <a:r>
              <a:rPr lang="da-DK" dirty="0" err="1"/>
              <a:t>well</a:t>
            </a:r>
            <a:r>
              <a:rPr lang="da-DK" dirty="0"/>
              <a:t> a </a:t>
            </a:r>
            <a:r>
              <a:rPr lang="da-DK" dirty="0" err="1"/>
              <a:t>concrete</a:t>
            </a:r>
            <a:r>
              <a:rPr lang="da-DK" dirty="0"/>
              <a:t> lid </a:t>
            </a:r>
            <a:r>
              <a:rPr lang="da-DK" dirty="0" err="1"/>
              <a:t>ensures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H</a:t>
            </a:r>
            <a:r>
              <a:rPr lang="da-DK" baseline="-25000" dirty="0"/>
              <a:t>2</a:t>
            </a:r>
            <a:r>
              <a:rPr lang="da-DK" dirty="0"/>
              <a:t>S </a:t>
            </a:r>
            <a:r>
              <a:rPr lang="da-DK" dirty="0" err="1"/>
              <a:t>cannot</a:t>
            </a:r>
            <a:r>
              <a:rPr lang="da-DK" dirty="0"/>
              <a:t> </a:t>
            </a:r>
            <a:r>
              <a:rPr lang="da-DK" dirty="0" err="1"/>
              <a:t>escape</a:t>
            </a:r>
            <a:r>
              <a:rPr lang="da-DK" dirty="0"/>
              <a:t>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ED2C85-6C11-0100-E619-2082B0AAC96B}"/>
              </a:ext>
            </a:extLst>
          </p:cNvPr>
          <p:cNvCxnSpPr/>
          <p:nvPr/>
        </p:nvCxnSpPr>
        <p:spPr>
          <a:xfrm>
            <a:off x="2861734" y="2208595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2E6871-6E77-6154-CC9C-A9801EBFCC45}"/>
              </a:ext>
            </a:extLst>
          </p:cNvPr>
          <p:cNvSpPr txBox="1"/>
          <p:nvPr/>
        </p:nvSpPr>
        <p:spPr>
          <a:xfrm>
            <a:off x="3858794" y="2021570"/>
            <a:ext cx="25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Neumann BC (</a:t>
            </a:r>
            <a:r>
              <a:rPr lang="da-DK" dirty="0" err="1"/>
              <a:t>fixed</a:t>
            </a:r>
            <a:r>
              <a:rPr lang="da-DK" dirty="0"/>
              <a:t> flux)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3DA032-1F82-0F23-9E50-881F049CA13C}"/>
              </a:ext>
            </a:extLst>
          </p:cNvPr>
          <p:cNvSpPr txBox="1"/>
          <p:nvPr/>
        </p:nvSpPr>
        <p:spPr>
          <a:xfrm>
            <a:off x="3966805" y="5743125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Dirichlet</a:t>
            </a:r>
            <a:r>
              <a:rPr lang="da-DK" dirty="0"/>
              <a:t> BC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6C1CF0-3425-8ADB-5C72-4F4B5D8B74C3}"/>
              </a:ext>
            </a:extLst>
          </p:cNvPr>
          <p:cNvSpPr txBox="1"/>
          <p:nvPr/>
        </p:nvSpPr>
        <p:spPr>
          <a:xfrm>
            <a:off x="2973106" y="379568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35EF6A-3760-6294-EF55-AED8B1634E2D}"/>
              </a:ext>
            </a:extLst>
          </p:cNvPr>
          <p:cNvSpPr txBox="1"/>
          <p:nvPr/>
        </p:nvSpPr>
        <p:spPr>
          <a:xfrm>
            <a:off x="2962686" y="569157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D8E17A-3598-78CF-C3B2-3353F984015F}"/>
              </a:ext>
            </a:extLst>
          </p:cNvPr>
          <p:cNvSpPr txBox="1"/>
          <p:nvPr/>
        </p:nvSpPr>
        <p:spPr>
          <a:xfrm>
            <a:off x="2941196" y="20921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4B1F09-ED85-CC70-E0D9-37DF54A4D917}"/>
              </a:ext>
            </a:extLst>
          </p:cNvPr>
          <p:cNvSpPr txBox="1"/>
          <p:nvPr/>
        </p:nvSpPr>
        <p:spPr>
          <a:xfrm>
            <a:off x="1058873" y="478579"/>
            <a:ext cx="10226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have </a:t>
            </a:r>
            <a:r>
              <a:rPr lang="da-DK" dirty="0" err="1"/>
              <a:t>different</a:t>
            </a:r>
            <a:r>
              <a:rPr lang="da-DK" dirty="0"/>
              <a:t> type of </a:t>
            </a:r>
            <a:r>
              <a:rPr lang="da-DK" dirty="0" err="1"/>
              <a:t>boundary</a:t>
            </a:r>
            <a:r>
              <a:rPr lang="da-DK" dirty="0"/>
              <a:t> </a:t>
            </a:r>
            <a:r>
              <a:rPr lang="da-DK" dirty="0" err="1"/>
              <a:t>conditions</a:t>
            </a:r>
            <a:r>
              <a:rPr lang="da-DK" dirty="0"/>
              <a:t> in </a:t>
            </a:r>
            <a:r>
              <a:rPr lang="da-DK" dirty="0" err="1"/>
              <a:t>each</a:t>
            </a:r>
            <a:r>
              <a:rPr lang="da-DK" dirty="0"/>
              <a:t> end: </a:t>
            </a:r>
            <a:r>
              <a:rPr lang="da-DK" dirty="0" err="1"/>
              <a:t>Example</a:t>
            </a:r>
            <a:r>
              <a:rPr lang="da-DK" dirty="0"/>
              <a:t> with </a:t>
            </a:r>
            <a:r>
              <a:rPr lang="da-DK" dirty="0" err="1"/>
              <a:t>Dirichlet</a:t>
            </a:r>
            <a:r>
              <a:rPr lang="da-DK" dirty="0"/>
              <a:t> + Neumann BC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BFAB58-D432-EBDA-CE60-07938A70ABAE}"/>
              </a:ext>
            </a:extLst>
          </p:cNvPr>
          <p:cNvCxnSpPr>
            <a:cxnSpLocks/>
          </p:cNvCxnSpPr>
          <p:nvPr/>
        </p:nvCxnSpPr>
        <p:spPr>
          <a:xfrm flipH="1">
            <a:off x="3359863" y="2206236"/>
            <a:ext cx="3343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5DF0C8-B447-E090-1BAC-39827AB95985}"/>
              </a:ext>
            </a:extLst>
          </p:cNvPr>
          <p:cNvCxnSpPr>
            <a:endCxn id="19" idx="3"/>
          </p:cNvCxnSpPr>
          <p:nvPr/>
        </p:nvCxnSpPr>
        <p:spPr>
          <a:xfrm flipH="1" flipV="1">
            <a:off x="3270784" y="5876245"/>
            <a:ext cx="423392" cy="18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B1AF8F-F004-58A1-33A1-E10F74C1BA2F}"/>
                  </a:ext>
                </a:extLst>
              </p:cNvPr>
              <p:cNvSpPr txBox="1"/>
              <p:nvPr/>
            </p:nvSpPr>
            <p:spPr>
              <a:xfrm>
                <a:off x="4505509" y="3592357"/>
                <a:ext cx="1223475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B1AF8F-F004-58A1-33A1-E10F74C1B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509" y="3592357"/>
                <a:ext cx="1223475" cy="5557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D33F7D6-AAE7-9A76-F9EF-1FEF707CFD3D}"/>
              </a:ext>
            </a:extLst>
          </p:cNvPr>
          <p:cNvCxnSpPr/>
          <p:nvPr/>
        </p:nvCxnSpPr>
        <p:spPr>
          <a:xfrm flipH="1" flipV="1">
            <a:off x="4983480" y="2487954"/>
            <a:ext cx="493776" cy="941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75FF2E-6487-6E79-4757-C25D2F028E55}"/>
              </a:ext>
            </a:extLst>
          </p:cNvPr>
          <p:cNvCxnSpPr>
            <a:cxnSpLocks/>
          </p:cNvCxnSpPr>
          <p:nvPr/>
        </p:nvCxnSpPr>
        <p:spPr>
          <a:xfrm flipH="1">
            <a:off x="4904138" y="4370046"/>
            <a:ext cx="573118" cy="1339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3D901DE-6FA2-D40D-9DD7-FDFCECD52A76}"/>
              </a:ext>
            </a:extLst>
          </p:cNvPr>
          <p:cNvSpPr txBox="1"/>
          <p:nvPr/>
        </p:nvSpPr>
        <p:spPr>
          <a:xfrm>
            <a:off x="7015424" y="3893974"/>
            <a:ext cx="210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1 IC (for </a:t>
            </a:r>
            <a:r>
              <a:rPr lang="da-DK" dirty="0" err="1"/>
              <a:t>every</a:t>
            </a:r>
            <a:r>
              <a:rPr lang="da-DK" dirty="0"/>
              <a:t> ODE)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8C8D15-1C52-FBE0-DAC4-655BC8B1CA93}"/>
              </a:ext>
            </a:extLst>
          </p:cNvPr>
          <p:cNvSpPr txBox="1"/>
          <p:nvPr/>
        </p:nvSpPr>
        <p:spPr>
          <a:xfrm>
            <a:off x="7015424" y="3592357"/>
            <a:ext cx="3447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2 BC (for all time points)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ED0D4D-3147-7184-DE03-B84BA15BEA31}"/>
                  </a:ext>
                </a:extLst>
              </p:cNvPr>
              <p:cNvSpPr txBox="1"/>
              <p:nvPr/>
            </p:nvSpPr>
            <p:spPr>
              <a:xfrm>
                <a:off x="6028717" y="1850416"/>
                <a:ext cx="4482716" cy="631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ED0D4D-3147-7184-DE03-B84BA15BE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717" y="1850416"/>
                <a:ext cx="4482716" cy="6313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565669-25BC-FEB3-B0FE-7CEF9B65ADD5}"/>
                  </a:ext>
                </a:extLst>
              </p:cNvPr>
              <p:cNvSpPr txBox="1"/>
              <p:nvPr/>
            </p:nvSpPr>
            <p:spPr>
              <a:xfrm>
                <a:off x="5477256" y="5675204"/>
                <a:ext cx="44827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565669-25BC-FEB3-B0FE-7CEF9B65A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256" y="5675204"/>
                <a:ext cx="448271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3E4C41F-F052-4328-1E8C-51B2BDFB42EF}"/>
              </a:ext>
            </a:extLst>
          </p:cNvPr>
          <p:cNvSpPr txBox="1"/>
          <p:nvPr/>
        </p:nvSpPr>
        <p:spPr>
          <a:xfrm>
            <a:off x="3469774" y="4400071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513DA65-F787-B34B-D9EE-FB5FED95AA4F}"/>
              </a:ext>
            </a:extLst>
          </p:cNvPr>
          <p:cNvCxnSpPr/>
          <p:nvPr/>
        </p:nvCxnSpPr>
        <p:spPr>
          <a:xfrm flipV="1">
            <a:off x="4434840" y="4263306"/>
            <a:ext cx="402336" cy="217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1402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A5D886-C4A0-287C-15CA-26090A6362B1}"/>
              </a:ext>
            </a:extLst>
          </p:cNvPr>
          <p:cNvCxnSpPr/>
          <p:nvPr/>
        </p:nvCxnSpPr>
        <p:spPr>
          <a:xfrm>
            <a:off x="4838925" y="1813429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F76F95-0D2C-4013-5F3A-7DF1AC0D9866}"/>
              </a:ext>
            </a:extLst>
          </p:cNvPr>
          <p:cNvSpPr txBox="1"/>
          <p:nvPr/>
        </p:nvSpPr>
        <p:spPr>
          <a:xfrm>
            <a:off x="4918387" y="5296413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12273C-76E1-00D6-127B-E4A62FA1C6E7}"/>
              </a:ext>
            </a:extLst>
          </p:cNvPr>
          <p:cNvSpPr txBox="1"/>
          <p:nvPr/>
        </p:nvSpPr>
        <p:spPr>
          <a:xfrm>
            <a:off x="4918387" y="16969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5F60B7-9427-7B1E-7042-AFEC7C46F315}"/>
              </a:ext>
            </a:extLst>
          </p:cNvPr>
          <p:cNvSpPr/>
          <p:nvPr/>
        </p:nvSpPr>
        <p:spPr>
          <a:xfrm>
            <a:off x="4816065" y="5439931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2E37F8-C25E-2392-0DF3-8D2CE7CFC460}"/>
              </a:ext>
            </a:extLst>
          </p:cNvPr>
          <p:cNvSpPr/>
          <p:nvPr/>
        </p:nvSpPr>
        <p:spPr>
          <a:xfrm>
            <a:off x="4816064" y="1840456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115BA2-CAE8-82A6-A031-998DBC11E25C}"/>
              </a:ext>
            </a:extLst>
          </p:cNvPr>
          <p:cNvSpPr/>
          <p:nvPr/>
        </p:nvSpPr>
        <p:spPr>
          <a:xfrm>
            <a:off x="4816063" y="2578072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88CEA2-48BE-6070-E4D7-7B71E9A605D2}"/>
              </a:ext>
            </a:extLst>
          </p:cNvPr>
          <p:cNvSpPr/>
          <p:nvPr/>
        </p:nvSpPr>
        <p:spPr>
          <a:xfrm>
            <a:off x="4814883" y="3280403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0FE98B-79DF-6FD7-9CF6-96362BC43C99}"/>
              </a:ext>
            </a:extLst>
          </p:cNvPr>
          <p:cNvSpPr/>
          <p:nvPr/>
        </p:nvSpPr>
        <p:spPr>
          <a:xfrm>
            <a:off x="4821197" y="3988927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67F27F-000F-2175-020B-9C20CD9083D2}"/>
              </a:ext>
            </a:extLst>
          </p:cNvPr>
          <p:cNvSpPr/>
          <p:nvPr/>
        </p:nvSpPr>
        <p:spPr>
          <a:xfrm>
            <a:off x="4816063" y="4731407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3A5EC2-2E24-7857-D860-BD07AB551A88}"/>
              </a:ext>
            </a:extLst>
          </p:cNvPr>
          <p:cNvSpPr txBox="1"/>
          <p:nvPr/>
        </p:nvSpPr>
        <p:spPr>
          <a:xfrm>
            <a:off x="4914656" y="4565351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82C78E-16CA-4A0C-387A-88F305AC079B}"/>
              </a:ext>
            </a:extLst>
          </p:cNvPr>
          <p:cNvSpPr txBox="1"/>
          <p:nvPr/>
        </p:nvSpPr>
        <p:spPr>
          <a:xfrm>
            <a:off x="4914656" y="384540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73FDA8-AF02-A135-1CEF-55B4B40C20BA}"/>
              </a:ext>
            </a:extLst>
          </p:cNvPr>
          <p:cNvSpPr txBox="1"/>
          <p:nvPr/>
        </p:nvSpPr>
        <p:spPr>
          <a:xfrm>
            <a:off x="4914656" y="3136885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B2C5AF-0BAC-D03E-04DD-9643430B59EE}"/>
              </a:ext>
            </a:extLst>
          </p:cNvPr>
          <p:cNvSpPr txBox="1"/>
          <p:nvPr/>
        </p:nvSpPr>
        <p:spPr>
          <a:xfrm>
            <a:off x="4914656" y="2428361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A4D97A-C6B3-81FF-0457-EA9FFF7E56DB}"/>
              </a:ext>
            </a:extLst>
          </p:cNvPr>
          <p:cNvSpPr txBox="1"/>
          <p:nvPr/>
        </p:nvSpPr>
        <p:spPr>
          <a:xfrm>
            <a:off x="4894146" y="1028991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L+1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E110585-4286-8A8C-861A-F51FDC72ACED}"/>
              </a:ext>
            </a:extLst>
          </p:cNvPr>
          <p:cNvCxnSpPr>
            <a:cxnSpLocks/>
          </p:cNvCxnSpPr>
          <p:nvPr/>
        </p:nvCxnSpPr>
        <p:spPr>
          <a:xfrm flipH="1" flipV="1">
            <a:off x="4833171" y="1177230"/>
            <a:ext cx="1181" cy="70437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2259652-2469-FA5C-A129-49A687DC97B5}"/>
              </a:ext>
            </a:extLst>
          </p:cNvPr>
          <p:cNvSpPr/>
          <p:nvPr/>
        </p:nvSpPr>
        <p:spPr>
          <a:xfrm>
            <a:off x="4818530" y="1151089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7610C0-02EB-486B-956C-5358C55A3D6A}"/>
              </a:ext>
            </a:extLst>
          </p:cNvPr>
          <p:cNvSpPr txBox="1"/>
          <p:nvPr/>
        </p:nvSpPr>
        <p:spPr>
          <a:xfrm>
            <a:off x="5799221" y="666510"/>
            <a:ext cx="1295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ghost point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6D9183-0494-670F-BFAD-D15A7AB331AD}"/>
              </a:ext>
            </a:extLst>
          </p:cNvPr>
          <p:cNvCxnSpPr>
            <a:cxnSpLocks/>
          </p:cNvCxnSpPr>
          <p:nvPr/>
        </p:nvCxnSpPr>
        <p:spPr>
          <a:xfrm flipH="1">
            <a:off x="5233349" y="855339"/>
            <a:ext cx="546945" cy="1805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4DD29B6-BB74-9DA0-C899-8A9F42DA8940}"/>
              </a:ext>
            </a:extLst>
          </p:cNvPr>
          <p:cNvGrpSpPr/>
          <p:nvPr/>
        </p:nvGrpSpPr>
        <p:grpSpPr>
          <a:xfrm rot="16200000">
            <a:off x="1800431" y="3291418"/>
            <a:ext cx="3833581" cy="901569"/>
            <a:chOff x="2251028" y="2459736"/>
            <a:chExt cx="6941739" cy="28041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F8A984E-393B-FD86-FE59-F6B628D7D42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459736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BB104B1-996A-8604-BC98-464F75CC95E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740152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821526-5784-387A-9BEE-6CAC70102C08}"/>
                </a:ext>
              </a:extLst>
            </p:cNvPr>
            <p:cNvSpPr/>
            <p:nvPr/>
          </p:nvSpPr>
          <p:spPr>
            <a:xfrm rot="10800000">
              <a:off x="2251028" y="2459736"/>
              <a:ext cx="271589" cy="2804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B49A84D-43DD-E187-32D8-361715213112}"/>
              </a:ext>
            </a:extLst>
          </p:cNvPr>
          <p:cNvSpPr txBox="1"/>
          <p:nvPr/>
        </p:nvSpPr>
        <p:spPr>
          <a:xfrm>
            <a:off x="3416497" y="5139676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H2S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49E1FC-AC5E-AA8C-715B-FF4563BE0E91}"/>
              </a:ext>
            </a:extLst>
          </p:cNvPr>
          <p:cNvSpPr txBox="1"/>
          <p:nvPr/>
        </p:nvSpPr>
        <p:spPr>
          <a:xfrm>
            <a:off x="3472510" y="1825412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H2S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BB4EA46-CD7E-9B14-25DE-94E064125BE3}"/>
                  </a:ext>
                </a:extLst>
              </p14:cNvPr>
              <p14:cNvContentPartPr/>
              <p14:nvPr/>
            </p14:nvContentPartPr>
            <p14:xfrm>
              <a:off x="3385745" y="5328687"/>
              <a:ext cx="36360" cy="185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BB4EA46-CD7E-9B14-25DE-94E064125B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6655" y="5319687"/>
                <a:ext cx="54176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5D34C2E-B370-6873-AD7C-BF7698D36086}"/>
                  </a:ext>
                </a:extLst>
              </p14:cNvPr>
              <p14:cNvContentPartPr/>
              <p14:nvPr/>
            </p14:nvContentPartPr>
            <p14:xfrm>
              <a:off x="3732785" y="5414007"/>
              <a:ext cx="23040" cy="84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5D34C2E-B370-6873-AD7C-BF7698D360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23785" y="5405007"/>
                <a:ext cx="406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A3AEE5C-A849-B015-DF07-86CC393A582F}"/>
                  </a:ext>
                </a:extLst>
              </p14:cNvPr>
              <p14:cNvContentPartPr/>
              <p14:nvPr/>
            </p14:nvContentPartPr>
            <p14:xfrm>
              <a:off x="3973265" y="5365407"/>
              <a:ext cx="55800" cy="127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A3AEE5C-A849-B015-DF07-86CC393A58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64323" y="5356407"/>
                <a:ext cx="73327" cy="14472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8206BDAB-9594-71A7-42D3-074998C6D4CF}"/>
              </a:ext>
            </a:extLst>
          </p:cNvPr>
          <p:cNvSpPr/>
          <p:nvPr/>
        </p:nvSpPr>
        <p:spPr>
          <a:xfrm>
            <a:off x="3070773" y="1696938"/>
            <a:ext cx="1265460" cy="12375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A95FD9-0692-EDFD-5D02-17B7575194CA}"/>
              </a:ext>
            </a:extLst>
          </p:cNvPr>
          <p:cNvCxnSpPr/>
          <p:nvPr/>
        </p:nvCxnSpPr>
        <p:spPr>
          <a:xfrm>
            <a:off x="4447604" y="1823052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71091C5-5BC1-1157-3155-B99F84E9A676}"/>
              </a:ext>
            </a:extLst>
          </p:cNvPr>
          <p:cNvSpPr txBox="1"/>
          <p:nvPr/>
        </p:nvSpPr>
        <p:spPr>
          <a:xfrm>
            <a:off x="4558976" y="3410139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649290-25ED-B166-86EC-97456EB3EA77}"/>
              </a:ext>
            </a:extLst>
          </p:cNvPr>
          <p:cNvSpPr txBox="1"/>
          <p:nvPr/>
        </p:nvSpPr>
        <p:spPr>
          <a:xfrm>
            <a:off x="4548556" y="53060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962215-EAB5-5FA7-74E5-1102C67A3AA4}"/>
              </a:ext>
            </a:extLst>
          </p:cNvPr>
          <p:cNvSpPr txBox="1"/>
          <p:nvPr/>
        </p:nvSpPr>
        <p:spPr>
          <a:xfrm>
            <a:off x="4527066" y="17065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DC8BB0-2D12-5F09-A1B1-D1378E7B1325}"/>
              </a:ext>
            </a:extLst>
          </p:cNvPr>
          <p:cNvSpPr txBox="1"/>
          <p:nvPr/>
        </p:nvSpPr>
        <p:spPr>
          <a:xfrm>
            <a:off x="5879155" y="1623120"/>
            <a:ext cx="2698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/>
              <a:t>Neumann BC (</a:t>
            </a:r>
            <a:r>
              <a:rPr lang="da-DK" b="1" dirty="0" err="1"/>
              <a:t>fixed</a:t>
            </a:r>
            <a:r>
              <a:rPr lang="da-DK" b="1" dirty="0"/>
              <a:t> flux)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1D083E-09F6-A73D-4C6D-7C384458E3EC}"/>
              </a:ext>
            </a:extLst>
          </p:cNvPr>
          <p:cNvCxnSpPr>
            <a:cxnSpLocks/>
          </p:cNvCxnSpPr>
          <p:nvPr/>
        </p:nvCxnSpPr>
        <p:spPr>
          <a:xfrm flipH="1">
            <a:off x="5325346" y="1846065"/>
            <a:ext cx="5538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129742-3FAD-736B-6A11-9B96197A82A8}"/>
                  </a:ext>
                </a:extLst>
              </p:cNvPr>
              <p:cNvSpPr txBox="1"/>
              <p:nvPr/>
            </p:nvSpPr>
            <p:spPr>
              <a:xfrm>
                <a:off x="7579126" y="1471084"/>
                <a:ext cx="4482716" cy="631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129742-3FAD-736B-6A11-9B96197A8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126" y="1471084"/>
                <a:ext cx="4482716" cy="6313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92FA369-C651-DD9B-5927-B953C2181CA7}"/>
                  </a:ext>
                </a:extLst>
              </p:cNvPr>
              <p:cNvSpPr txBox="1"/>
              <p:nvPr/>
            </p:nvSpPr>
            <p:spPr>
              <a:xfrm>
                <a:off x="9290118" y="2268564"/>
                <a:ext cx="1060731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92FA369-C651-DD9B-5927-B953C2181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0118" y="2268564"/>
                <a:ext cx="1060731" cy="6190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C17134-6B46-DC2D-7521-B44EE370538D}"/>
                  </a:ext>
                </a:extLst>
              </p:cNvPr>
              <p:cNvSpPr txBox="1"/>
              <p:nvPr/>
            </p:nvSpPr>
            <p:spPr>
              <a:xfrm>
                <a:off x="9180582" y="3136885"/>
                <a:ext cx="1914164" cy="566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C17134-6B46-DC2D-7521-B44EE3705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582" y="3136885"/>
                <a:ext cx="1914164" cy="5666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A4774C8-85C7-6F4A-6F9B-AE96F3E1D200}"/>
                  </a:ext>
                </a:extLst>
              </p:cNvPr>
              <p:cNvSpPr txBox="1"/>
              <p:nvPr/>
            </p:nvSpPr>
            <p:spPr>
              <a:xfrm>
                <a:off x="9180582" y="3932698"/>
                <a:ext cx="1914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A4774C8-85C7-6F4A-6F9B-AE96F3E1D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582" y="3932698"/>
                <a:ext cx="19141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3162CF-DEC3-0D8F-B693-5168FB2FFC17}"/>
                  </a:ext>
                </a:extLst>
              </p:cNvPr>
              <p:cNvSpPr txBox="1"/>
              <p:nvPr/>
            </p:nvSpPr>
            <p:spPr>
              <a:xfrm>
                <a:off x="6509936" y="3474282"/>
                <a:ext cx="1223475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3162CF-DEC3-0D8F-B693-5168FB2FF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936" y="3474282"/>
                <a:ext cx="1223475" cy="55579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BBA128A0-CEA7-23BA-B8D3-C76E10CC2F95}"/>
              </a:ext>
            </a:extLst>
          </p:cNvPr>
          <p:cNvSpPr txBox="1"/>
          <p:nvPr/>
        </p:nvSpPr>
        <p:spPr>
          <a:xfrm>
            <a:off x="6375956" y="4214741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89E925-30D0-15F7-BDAD-5D869DDC8299}"/>
              </a:ext>
            </a:extLst>
          </p:cNvPr>
          <p:cNvSpPr txBox="1"/>
          <p:nvPr/>
        </p:nvSpPr>
        <p:spPr>
          <a:xfrm>
            <a:off x="6076018" y="5365407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Dirichlet</a:t>
            </a:r>
            <a:r>
              <a:rPr lang="da-DK" dirty="0"/>
              <a:t> BC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616F9C-D15E-D28C-C60A-7AE561D48741}"/>
              </a:ext>
            </a:extLst>
          </p:cNvPr>
          <p:cNvCxnSpPr/>
          <p:nvPr/>
        </p:nvCxnSpPr>
        <p:spPr>
          <a:xfrm flipH="1" flipV="1">
            <a:off x="5379997" y="5498527"/>
            <a:ext cx="423392" cy="18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9880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76B6B8-0ADF-F319-D708-2C33DD397372}"/>
                  </a:ext>
                </a:extLst>
              </p:cNvPr>
              <p:cNvSpPr txBox="1"/>
              <p:nvPr/>
            </p:nvSpPr>
            <p:spPr>
              <a:xfrm>
                <a:off x="1633830" y="900256"/>
                <a:ext cx="1264770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76B6B8-0ADF-F319-D708-2C33DD397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30" y="900256"/>
                <a:ext cx="1264770" cy="572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2086E-D352-C5F5-FB31-F816CC385AA4}"/>
                  </a:ext>
                </a:extLst>
              </p:cNvPr>
              <p:cNvSpPr txBox="1"/>
              <p:nvPr/>
            </p:nvSpPr>
            <p:spPr>
              <a:xfrm>
                <a:off x="3412715" y="4673921"/>
                <a:ext cx="1914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2086E-D352-C5F5-FB31-F816CC385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715" y="4673921"/>
                <a:ext cx="191416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8B4496-9979-C691-490F-D4274ED6A652}"/>
                  </a:ext>
                </a:extLst>
              </p:cNvPr>
              <p:cNvSpPr txBox="1"/>
              <p:nvPr/>
            </p:nvSpPr>
            <p:spPr>
              <a:xfrm>
                <a:off x="1633830" y="2401475"/>
                <a:ext cx="2472856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8B4496-9979-C691-490F-D4274ED6A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30" y="2401475"/>
                <a:ext cx="2472856" cy="526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714DC6-C2B1-4277-AE06-6D413156C0BD}"/>
              </a:ext>
            </a:extLst>
          </p:cNvPr>
          <p:cNvCxnSpPr/>
          <p:nvPr/>
        </p:nvCxnSpPr>
        <p:spPr>
          <a:xfrm>
            <a:off x="2266215" y="1709928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B31307-EF41-3D60-A1E8-A6405DAB4956}"/>
              </a:ext>
            </a:extLst>
          </p:cNvPr>
          <p:cNvSpPr txBox="1"/>
          <p:nvPr/>
        </p:nvSpPr>
        <p:spPr>
          <a:xfrm>
            <a:off x="2404824" y="1771452"/>
            <a:ext cx="3317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reformulate</a:t>
            </a:r>
            <a:r>
              <a:rPr lang="da-DK" dirty="0"/>
              <a:t> to </a:t>
            </a:r>
            <a:r>
              <a:rPr lang="da-DK" dirty="0" err="1"/>
              <a:t>discretized</a:t>
            </a:r>
            <a:r>
              <a:rPr lang="da-DK" dirty="0"/>
              <a:t>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773297-D628-B781-E354-F25D4BAEDCE6}"/>
                  </a:ext>
                </a:extLst>
              </p:cNvPr>
              <p:cNvSpPr txBox="1"/>
              <p:nvPr/>
            </p:nvSpPr>
            <p:spPr>
              <a:xfrm>
                <a:off x="1662172" y="3856720"/>
                <a:ext cx="3501087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773297-D628-B781-E354-F25D4BAED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172" y="3856720"/>
                <a:ext cx="3501087" cy="5275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709E328-707E-72F8-F519-7E6D68AEB4C2}"/>
              </a:ext>
            </a:extLst>
          </p:cNvPr>
          <p:cNvSpPr txBox="1"/>
          <p:nvPr/>
        </p:nvSpPr>
        <p:spPr>
          <a:xfrm>
            <a:off x="2404824" y="3171197"/>
            <a:ext cx="2207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At the top of the </a:t>
            </a:r>
            <a:r>
              <a:rPr lang="da-DK" dirty="0" err="1"/>
              <a:t>well</a:t>
            </a:r>
            <a:endParaRPr lang="da-D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25C4E1-C056-8091-0D09-EEE888894DEA}"/>
              </a:ext>
            </a:extLst>
          </p:cNvPr>
          <p:cNvSpPr txBox="1"/>
          <p:nvPr/>
        </p:nvSpPr>
        <p:spPr>
          <a:xfrm>
            <a:off x="2404824" y="4700491"/>
            <a:ext cx="1212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Substitute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44A4A1-01C0-49DF-2B75-0D3E8BAD62DA}"/>
                  </a:ext>
                </a:extLst>
              </p:cNvPr>
              <p:cNvSpPr txBox="1"/>
              <p:nvPr/>
            </p:nvSpPr>
            <p:spPr>
              <a:xfrm>
                <a:off x="1662172" y="5386014"/>
                <a:ext cx="5267083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2(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44A4A1-01C0-49DF-2B75-0D3E8BAD6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172" y="5386014"/>
                <a:ext cx="5267083" cy="5275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6EDEDA-53B4-2D46-5F02-3B94A39A741F}"/>
              </a:ext>
            </a:extLst>
          </p:cNvPr>
          <p:cNvCxnSpPr/>
          <p:nvPr/>
        </p:nvCxnSpPr>
        <p:spPr>
          <a:xfrm>
            <a:off x="2261670" y="4673921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4C091E-53E5-90A6-357A-9AB350B8A2C5}"/>
              </a:ext>
            </a:extLst>
          </p:cNvPr>
          <p:cNvCxnSpPr/>
          <p:nvPr/>
        </p:nvCxnSpPr>
        <p:spPr>
          <a:xfrm>
            <a:off x="2261670" y="3116393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8D77377-F242-C0E2-BB5C-5A904EA382AA}"/>
              </a:ext>
            </a:extLst>
          </p:cNvPr>
          <p:cNvSpPr txBox="1"/>
          <p:nvPr/>
        </p:nvSpPr>
        <p:spPr>
          <a:xfrm>
            <a:off x="3011272" y="1030429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917167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4C3432-36E4-BE57-246E-3B036ACC122D}"/>
              </a:ext>
            </a:extLst>
          </p:cNvPr>
          <p:cNvCxnSpPr/>
          <p:nvPr/>
        </p:nvCxnSpPr>
        <p:spPr>
          <a:xfrm>
            <a:off x="2464533" y="2451604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8D992DF-329E-BF4B-CA78-F5FD00291B5F}"/>
              </a:ext>
            </a:extLst>
          </p:cNvPr>
          <p:cNvSpPr txBox="1"/>
          <p:nvPr/>
        </p:nvSpPr>
        <p:spPr>
          <a:xfrm>
            <a:off x="2543995" y="5934588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38FEA-E51E-A056-E883-36C6F56BC865}"/>
              </a:ext>
            </a:extLst>
          </p:cNvPr>
          <p:cNvSpPr txBox="1"/>
          <p:nvPr/>
        </p:nvSpPr>
        <p:spPr>
          <a:xfrm>
            <a:off x="2543995" y="23351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ED9AB6-7FB7-1A08-9880-9799B335C0BE}"/>
              </a:ext>
            </a:extLst>
          </p:cNvPr>
          <p:cNvSpPr/>
          <p:nvPr/>
        </p:nvSpPr>
        <p:spPr>
          <a:xfrm>
            <a:off x="2441673" y="6078106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79B7FA-55BE-7280-0665-72CC0631D045}"/>
              </a:ext>
            </a:extLst>
          </p:cNvPr>
          <p:cNvSpPr/>
          <p:nvPr/>
        </p:nvSpPr>
        <p:spPr>
          <a:xfrm>
            <a:off x="2441672" y="2478631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2546CD-D30C-3431-835C-865E5F83C99E}"/>
              </a:ext>
            </a:extLst>
          </p:cNvPr>
          <p:cNvSpPr/>
          <p:nvPr/>
        </p:nvSpPr>
        <p:spPr>
          <a:xfrm>
            <a:off x="2441671" y="3216247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E6A31D-57CA-3389-3EC5-FED8E9CEFB2E}"/>
              </a:ext>
            </a:extLst>
          </p:cNvPr>
          <p:cNvSpPr/>
          <p:nvPr/>
        </p:nvSpPr>
        <p:spPr>
          <a:xfrm>
            <a:off x="2440491" y="3918578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2905D4-E9F8-242F-80E5-3A61528B4238}"/>
              </a:ext>
            </a:extLst>
          </p:cNvPr>
          <p:cNvSpPr/>
          <p:nvPr/>
        </p:nvSpPr>
        <p:spPr>
          <a:xfrm>
            <a:off x="2446805" y="4627102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80CCEA-5CA0-5074-75A7-A2D0442A5C2B}"/>
              </a:ext>
            </a:extLst>
          </p:cNvPr>
          <p:cNvSpPr/>
          <p:nvPr/>
        </p:nvSpPr>
        <p:spPr>
          <a:xfrm>
            <a:off x="2441671" y="5369582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98A897-86F2-DC25-FF57-152B15C38765}"/>
              </a:ext>
            </a:extLst>
          </p:cNvPr>
          <p:cNvSpPr txBox="1"/>
          <p:nvPr/>
        </p:nvSpPr>
        <p:spPr>
          <a:xfrm>
            <a:off x="2540264" y="520352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8D9973-BE10-004D-D558-2F913A1A1E76}"/>
              </a:ext>
            </a:extLst>
          </p:cNvPr>
          <p:cNvSpPr txBox="1"/>
          <p:nvPr/>
        </p:nvSpPr>
        <p:spPr>
          <a:xfrm>
            <a:off x="2540264" y="4483584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2CC51-EB55-0150-000D-67606875B5A2}"/>
              </a:ext>
            </a:extLst>
          </p:cNvPr>
          <p:cNvSpPr txBox="1"/>
          <p:nvPr/>
        </p:nvSpPr>
        <p:spPr>
          <a:xfrm>
            <a:off x="2540264" y="377506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4E1B75-93C9-325A-B93F-7A9CDEA6220D}"/>
              </a:ext>
            </a:extLst>
          </p:cNvPr>
          <p:cNvSpPr txBox="1"/>
          <p:nvPr/>
        </p:nvSpPr>
        <p:spPr>
          <a:xfrm>
            <a:off x="2540264" y="306653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132C9F-9EC6-E3FB-2554-9599E1917A4B}"/>
              </a:ext>
            </a:extLst>
          </p:cNvPr>
          <p:cNvSpPr txBox="1"/>
          <p:nvPr/>
        </p:nvSpPr>
        <p:spPr>
          <a:xfrm>
            <a:off x="2519754" y="1667166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L+1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5E4179-721D-FB3D-463C-57B429BEEF82}"/>
              </a:ext>
            </a:extLst>
          </p:cNvPr>
          <p:cNvCxnSpPr>
            <a:cxnSpLocks/>
          </p:cNvCxnSpPr>
          <p:nvPr/>
        </p:nvCxnSpPr>
        <p:spPr>
          <a:xfrm flipH="1" flipV="1">
            <a:off x="2458779" y="1815405"/>
            <a:ext cx="1181" cy="70437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34E137A-C0C2-F060-AD4C-B2251C67F761}"/>
              </a:ext>
            </a:extLst>
          </p:cNvPr>
          <p:cNvSpPr/>
          <p:nvPr/>
        </p:nvSpPr>
        <p:spPr>
          <a:xfrm>
            <a:off x="2444138" y="1789264"/>
            <a:ext cx="45719" cy="822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CE9C14-D17B-332F-08D0-EE384464E085}"/>
              </a:ext>
            </a:extLst>
          </p:cNvPr>
          <p:cNvSpPr txBox="1"/>
          <p:nvPr/>
        </p:nvSpPr>
        <p:spPr>
          <a:xfrm>
            <a:off x="3424829" y="1304685"/>
            <a:ext cx="1295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ghost point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2B5584-4343-1988-F4F8-FF14476662E4}"/>
              </a:ext>
            </a:extLst>
          </p:cNvPr>
          <p:cNvCxnSpPr>
            <a:cxnSpLocks/>
          </p:cNvCxnSpPr>
          <p:nvPr/>
        </p:nvCxnSpPr>
        <p:spPr>
          <a:xfrm flipH="1">
            <a:off x="2858957" y="1493514"/>
            <a:ext cx="546945" cy="1805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AB8137-964A-2DCB-B6B9-44A5EF8AC930}"/>
              </a:ext>
            </a:extLst>
          </p:cNvPr>
          <p:cNvGrpSpPr/>
          <p:nvPr/>
        </p:nvGrpSpPr>
        <p:grpSpPr>
          <a:xfrm rot="16200000">
            <a:off x="-573961" y="3929593"/>
            <a:ext cx="3833581" cy="901569"/>
            <a:chOff x="2251028" y="2459736"/>
            <a:chExt cx="6941739" cy="280416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60D0C86-945B-8027-EA9E-9E3BE15221C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459736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EF44B3B-A3A4-1282-B603-1C2E9CBF775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522617" y="2740152"/>
              <a:ext cx="66701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A25EB82-C429-DA30-5ECA-E441A777E93D}"/>
                </a:ext>
              </a:extLst>
            </p:cNvPr>
            <p:cNvSpPr/>
            <p:nvPr/>
          </p:nvSpPr>
          <p:spPr>
            <a:xfrm rot="10800000">
              <a:off x="2251028" y="2459736"/>
              <a:ext cx="271589" cy="2804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B2D35D5-FA9A-5036-FEF5-FA9CDFDAC16F}"/>
              </a:ext>
            </a:extLst>
          </p:cNvPr>
          <p:cNvSpPr txBox="1"/>
          <p:nvPr/>
        </p:nvSpPr>
        <p:spPr>
          <a:xfrm>
            <a:off x="1042105" y="577785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H2S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D7D1C4-569D-FB6F-7D44-8E8E76075D00}"/>
              </a:ext>
            </a:extLst>
          </p:cNvPr>
          <p:cNvSpPr txBox="1"/>
          <p:nvPr/>
        </p:nvSpPr>
        <p:spPr>
          <a:xfrm>
            <a:off x="1098118" y="2463587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H2S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82E00A1-88A6-D341-D92F-F562CE7C29A0}"/>
                  </a:ext>
                </a:extLst>
              </p14:cNvPr>
              <p14:cNvContentPartPr/>
              <p14:nvPr/>
            </p14:nvContentPartPr>
            <p14:xfrm>
              <a:off x="1011353" y="5966862"/>
              <a:ext cx="36360" cy="185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82E00A1-88A6-D341-D92F-F562CE7C29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2263" y="5957862"/>
                <a:ext cx="54176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B98D2E0-6546-8CF8-BD37-232F3464F7F8}"/>
                  </a:ext>
                </a:extLst>
              </p14:cNvPr>
              <p14:cNvContentPartPr/>
              <p14:nvPr/>
            </p14:nvContentPartPr>
            <p14:xfrm>
              <a:off x="1358393" y="6052182"/>
              <a:ext cx="23040" cy="84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B98D2E0-6546-8CF8-BD37-232F3464F7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9393" y="6043182"/>
                <a:ext cx="406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808C9A2-03BA-7772-C804-D41CC06583DE}"/>
                  </a:ext>
                </a:extLst>
              </p14:cNvPr>
              <p14:cNvContentPartPr/>
              <p14:nvPr/>
            </p14:nvContentPartPr>
            <p14:xfrm>
              <a:off x="1598873" y="6003582"/>
              <a:ext cx="55800" cy="127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808C9A2-03BA-7772-C804-D41CC06583D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9931" y="5994582"/>
                <a:ext cx="73327" cy="144720"/>
              </a:xfrm>
              <a:prstGeom prst="rect">
                <a:avLst/>
              </a:prstGeom>
            </p:spPr>
          </p:pic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00F86CB-056F-4A45-0FD0-278908B34695}"/>
              </a:ext>
            </a:extLst>
          </p:cNvPr>
          <p:cNvCxnSpPr/>
          <p:nvPr/>
        </p:nvCxnSpPr>
        <p:spPr>
          <a:xfrm>
            <a:off x="2073212" y="2461227"/>
            <a:ext cx="0" cy="368831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6E1F0C1-FE9C-3F3D-0C7C-097DC12399DC}"/>
              </a:ext>
            </a:extLst>
          </p:cNvPr>
          <p:cNvSpPr txBox="1"/>
          <p:nvPr/>
        </p:nvSpPr>
        <p:spPr>
          <a:xfrm>
            <a:off x="2184584" y="404831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B37E46-EB6F-D9D0-3795-A232567C83A0}"/>
              </a:ext>
            </a:extLst>
          </p:cNvPr>
          <p:cNvSpPr txBox="1"/>
          <p:nvPr/>
        </p:nvSpPr>
        <p:spPr>
          <a:xfrm>
            <a:off x="2174164" y="594421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876555-A253-1EA2-ACE9-2C40ED44841B}"/>
              </a:ext>
            </a:extLst>
          </p:cNvPr>
          <p:cNvSpPr txBox="1"/>
          <p:nvPr/>
        </p:nvSpPr>
        <p:spPr>
          <a:xfrm>
            <a:off x="2152674" y="23447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CE1830-1807-FDF0-1F6B-7EBD3470C46E}"/>
              </a:ext>
            </a:extLst>
          </p:cNvPr>
          <p:cNvSpPr txBox="1"/>
          <p:nvPr/>
        </p:nvSpPr>
        <p:spPr>
          <a:xfrm>
            <a:off x="3504763" y="2261295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/>
              <a:t>Robin BC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817320-4040-E228-2D66-500C34F4FAD3}"/>
              </a:ext>
            </a:extLst>
          </p:cNvPr>
          <p:cNvCxnSpPr>
            <a:cxnSpLocks/>
          </p:cNvCxnSpPr>
          <p:nvPr/>
        </p:nvCxnSpPr>
        <p:spPr>
          <a:xfrm flipH="1">
            <a:off x="2950954" y="2484240"/>
            <a:ext cx="5538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F0752D-38D5-E607-4E56-C835678A5986}"/>
                  </a:ext>
                </a:extLst>
              </p:cNvPr>
              <p:cNvSpPr txBox="1"/>
              <p:nvPr/>
            </p:nvSpPr>
            <p:spPr>
              <a:xfrm>
                <a:off x="3638743" y="3671581"/>
                <a:ext cx="1223475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F0752D-38D5-E607-4E56-C835678A5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743" y="3671581"/>
                <a:ext cx="1223475" cy="5557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91AEC429-41A3-2FE7-086E-E34B0166CF60}"/>
              </a:ext>
            </a:extLst>
          </p:cNvPr>
          <p:cNvSpPr txBox="1"/>
          <p:nvPr/>
        </p:nvSpPr>
        <p:spPr>
          <a:xfrm>
            <a:off x="3504763" y="4412040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DBE965-5FDD-CBF2-6788-7969E73528EC}"/>
              </a:ext>
            </a:extLst>
          </p:cNvPr>
          <p:cNvSpPr txBox="1"/>
          <p:nvPr/>
        </p:nvSpPr>
        <p:spPr>
          <a:xfrm>
            <a:off x="719175" y="35775"/>
            <a:ext cx="10713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 </a:t>
            </a:r>
            <a:r>
              <a:rPr lang="da-DK" dirty="0" err="1"/>
              <a:t>well</a:t>
            </a:r>
            <a:r>
              <a:rPr lang="da-DK" dirty="0"/>
              <a:t> with </a:t>
            </a:r>
            <a:r>
              <a:rPr lang="da-DK" dirty="0" err="1"/>
              <a:t>contaminated</a:t>
            </a:r>
            <a:r>
              <a:rPr lang="da-DK" dirty="0"/>
              <a:t> </a:t>
            </a:r>
            <a:r>
              <a:rPr lang="da-DK" dirty="0" err="1"/>
              <a:t>water</a:t>
            </a:r>
            <a:r>
              <a:rPr lang="da-DK" dirty="0"/>
              <a:t> at the </a:t>
            </a:r>
            <a:r>
              <a:rPr lang="da-DK" dirty="0" err="1"/>
              <a:t>bottom</a:t>
            </a:r>
            <a:r>
              <a:rPr lang="da-DK" dirty="0"/>
              <a:t> is </a:t>
            </a:r>
            <a:r>
              <a:rPr lang="da-DK" dirty="0" err="1"/>
              <a:t>emitting</a:t>
            </a:r>
            <a:r>
              <a:rPr lang="da-DK" dirty="0"/>
              <a:t> H</a:t>
            </a:r>
            <a:r>
              <a:rPr lang="da-DK" baseline="-25000" dirty="0"/>
              <a:t>2</a:t>
            </a:r>
            <a:r>
              <a:rPr lang="da-DK" dirty="0"/>
              <a:t>S. </a:t>
            </a:r>
            <a:r>
              <a:rPr lang="da-DK" dirty="0" err="1"/>
              <a:t>There</a:t>
            </a:r>
            <a:r>
              <a:rPr lang="da-DK" dirty="0"/>
              <a:t> is </a:t>
            </a:r>
            <a:r>
              <a:rPr lang="da-DK" dirty="0" err="1"/>
              <a:t>always</a:t>
            </a:r>
            <a:r>
              <a:rPr lang="da-DK" dirty="0"/>
              <a:t> 1000 ppm H</a:t>
            </a:r>
            <a:r>
              <a:rPr lang="da-DK" baseline="-25000" dirty="0"/>
              <a:t>2</a:t>
            </a:r>
            <a:r>
              <a:rPr lang="da-DK" dirty="0"/>
              <a:t>S at the </a:t>
            </a:r>
            <a:r>
              <a:rPr lang="da-DK" dirty="0" err="1"/>
              <a:t>bottom</a:t>
            </a:r>
            <a:r>
              <a:rPr lang="da-DK" dirty="0"/>
              <a:t>.</a:t>
            </a:r>
          </a:p>
          <a:p>
            <a:r>
              <a:rPr lang="da-DK" dirty="0"/>
              <a:t>The top of the </a:t>
            </a:r>
            <a:r>
              <a:rPr lang="da-DK" dirty="0" err="1"/>
              <a:t>well</a:t>
            </a:r>
            <a:r>
              <a:rPr lang="da-DK" dirty="0"/>
              <a:t> is open to the air with a mild </a:t>
            </a:r>
            <a:r>
              <a:rPr lang="da-DK" dirty="0" err="1"/>
              <a:t>wind</a:t>
            </a:r>
            <a:r>
              <a:rPr lang="da-DK" dirty="0"/>
              <a:t> over the </a:t>
            </a:r>
            <a:r>
              <a:rPr lang="da-DK" dirty="0" err="1"/>
              <a:t>well</a:t>
            </a:r>
            <a:r>
              <a:rPr lang="da-DK" dirty="0"/>
              <a:t>. H</a:t>
            </a:r>
            <a:r>
              <a:rPr lang="da-DK" baseline="-25000" dirty="0"/>
              <a:t>2</a:t>
            </a:r>
            <a:r>
              <a:rPr lang="da-DK" dirty="0"/>
              <a:t>S is transferred to the bulk air </a:t>
            </a:r>
            <a:r>
              <a:rPr lang="da-DK" dirty="0" err="1"/>
              <a:t>phase</a:t>
            </a:r>
            <a:r>
              <a:rPr lang="da-DK" dirty="0"/>
              <a:t> </a:t>
            </a:r>
          </a:p>
          <a:p>
            <a:r>
              <a:rPr lang="da-DK" dirty="0"/>
              <a:t>by </a:t>
            </a:r>
            <a:r>
              <a:rPr lang="da-DK" dirty="0" err="1"/>
              <a:t>convection</a:t>
            </a:r>
            <a:endParaRPr lang="da-DK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716039-C336-AC95-C4C3-DCA2C771A079}"/>
              </a:ext>
            </a:extLst>
          </p:cNvPr>
          <p:cNvSpPr txBox="1"/>
          <p:nvPr/>
        </p:nvSpPr>
        <p:spPr>
          <a:xfrm>
            <a:off x="3730167" y="5981162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Dirichlet</a:t>
            </a:r>
            <a:r>
              <a:rPr lang="da-DK" dirty="0"/>
              <a:t> BC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831C3EC-2059-4C53-51DC-39377146C342}"/>
              </a:ext>
            </a:extLst>
          </p:cNvPr>
          <p:cNvCxnSpPr/>
          <p:nvPr/>
        </p:nvCxnSpPr>
        <p:spPr>
          <a:xfrm flipH="1" flipV="1">
            <a:off x="3034146" y="6114282"/>
            <a:ext cx="423392" cy="18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E8149F-3FF5-29CE-9A50-CD4D1F0F6C4C}"/>
                  </a:ext>
                </a:extLst>
              </p:cNvPr>
              <p:cNvSpPr txBox="1"/>
              <p:nvPr/>
            </p:nvSpPr>
            <p:spPr>
              <a:xfrm>
                <a:off x="5205040" y="2099520"/>
                <a:ext cx="3628621" cy="531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6E8149F-3FF5-29CE-9A50-CD4D1F0F6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040" y="2099520"/>
                <a:ext cx="3628621" cy="5311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BDA9C2-8B23-1F27-94AC-6026FD60DABF}"/>
                  </a:ext>
                </a:extLst>
              </p:cNvPr>
              <p:cNvSpPr txBox="1"/>
              <p:nvPr/>
            </p:nvSpPr>
            <p:spPr>
              <a:xfrm>
                <a:off x="5711723" y="2932614"/>
                <a:ext cx="4038606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𝑑𝐶</m:t>
                          </m:r>
                          <m:d>
                            <m:d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BDA9C2-8B23-1F27-94AC-6026FD60D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723" y="2932614"/>
                <a:ext cx="4038606" cy="5375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7CA1B4-E61B-0339-074F-B05548C728C2}"/>
                  </a:ext>
                </a:extLst>
              </p:cNvPr>
              <p:cNvSpPr txBox="1"/>
              <p:nvPr/>
            </p:nvSpPr>
            <p:spPr>
              <a:xfrm>
                <a:off x="5890840" y="3875632"/>
                <a:ext cx="3455882" cy="474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𝑏𝑢𝑙𝑘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7CA1B4-E61B-0339-074F-B05548C72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840" y="3875632"/>
                <a:ext cx="3455882" cy="4742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565998-F3EC-C39D-B9D2-8428CDC41B75}"/>
                  </a:ext>
                </a:extLst>
              </p:cNvPr>
              <p:cNvSpPr txBox="1"/>
              <p:nvPr/>
            </p:nvSpPr>
            <p:spPr>
              <a:xfrm>
                <a:off x="6075738" y="4695677"/>
                <a:ext cx="3466012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𝑥𝑘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𝑏𝑢𝑙𝑘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3565998-F3EC-C39D-B9D2-8428CDC41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738" y="4695677"/>
                <a:ext cx="3466012" cy="53572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76E3BA2-A4D3-BD7F-E029-2DD061E75C05}"/>
                  </a:ext>
                </a:extLst>
              </p:cNvPr>
              <p:cNvSpPr txBox="1"/>
              <p:nvPr/>
            </p:nvSpPr>
            <p:spPr>
              <a:xfrm>
                <a:off x="6340226" y="5507904"/>
                <a:ext cx="3677610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𝑥𝑘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𝑏𝑢𝑙𝑘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76E3BA2-A4D3-BD7F-E029-2DD061E75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226" y="5507904"/>
                <a:ext cx="3677610" cy="53572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30166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90148E2-4C05-83BB-74DF-FC529D19D456}"/>
                  </a:ext>
                </a:extLst>
              </p:cNvPr>
              <p:cNvSpPr txBox="1"/>
              <p:nvPr/>
            </p:nvSpPr>
            <p:spPr>
              <a:xfrm>
                <a:off x="1633830" y="900256"/>
                <a:ext cx="1264770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90148E2-4C05-83BB-74DF-FC529D19D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30" y="900256"/>
                <a:ext cx="1264770" cy="572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A85334-1071-2999-A6C2-0350DE01BEAF}"/>
                  </a:ext>
                </a:extLst>
              </p:cNvPr>
              <p:cNvSpPr txBox="1"/>
              <p:nvPr/>
            </p:nvSpPr>
            <p:spPr>
              <a:xfrm>
                <a:off x="1633830" y="2401475"/>
                <a:ext cx="2472856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A85334-1071-2999-A6C2-0350DE01B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30" y="2401475"/>
                <a:ext cx="2472856" cy="526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D3C562-C11D-ACF1-E26E-813732C67D8D}"/>
              </a:ext>
            </a:extLst>
          </p:cNvPr>
          <p:cNvCxnSpPr/>
          <p:nvPr/>
        </p:nvCxnSpPr>
        <p:spPr>
          <a:xfrm>
            <a:off x="2266215" y="1709928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648AA56-AA41-A623-7DC1-A3351BD71146}"/>
              </a:ext>
            </a:extLst>
          </p:cNvPr>
          <p:cNvSpPr txBox="1"/>
          <p:nvPr/>
        </p:nvSpPr>
        <p:spPr>
          <a:xfrm>
            <a:off x="2404824" y="1771452"/>
            <a:ext cx="3317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reformulate</a:t>
            </a:r>
            <a:r>
              <a:rPr lang="da-DK" dirty="0"/>
              <a:t> to </a:t>
            </a:r>
            <a:r>
              <a:rPr lang="da-DK" dirty="0" err="1"/>
              <a:t>discretized</a:t>
            </a:r>
            <a:r>
              <a:rPr lang="da-DK" dirty="0"/>
              <a:t> form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8520BD-6F7B-E229-DCAB-9CBF365C8180}"/>
              </a:ext>
            </a:extLst>
          </p:cNvPr>
          <p:cNvSpPr txBox="1"/>
          <p:nvPr/>
        </p:nvSpPr>
        <p:spPr>
          <a:xfrm>
            <a:off x="2404824" y="3171197"/>
            <a:ext cx="2207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At the top of the </a:t>
            </a:r>
            <a:r>
              <a:rPr lang="da-DK" dirty="0" err="1"/>
              <a:t>well</a:t>
            </a:r>
            <a:endParaRPr lang="da-DK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A60EA8-3477-849A-4FF0-D2CD92F098DF}"/>
              </a:ext>
            </a:extLst>
          </p:cNvPr>
          <p:cNvCxnSpPr/>
          <p:nvPr/>
        </p:nvCxnSpPr>
        <p:spPr>
          <a:xfrm>
            <a:off x="2261670" y="3116393"/>
            <a:ext cx="0" cy="539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8E9500-3E8D-F261-7985-2434D4C869D8}"/>
              </a:ext>
            </a:extLst>
          </p:cNvPr>
          <p:cNvSpPr txBox="1"/>
          <p:nvPr/>
        </p:nvSpPr>
        <p:spPr>
          <a:xfrm>
            <a:off x="3011272" y="1030429"/>
            <a:ext cx="1491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AF9A57-A340-93F2-BA6E-3119703B1F33}"/>
                  </a:ext>
                </a:extLst>
              </p:cNvPr>
              <p:cNvSpPr txBox="1"/>
              <p:nvPr/>
            </p:nvSpPr>
            <p:spPr>
              <a:xfrm>
                <a:off x="1662172" y="3856720"/>
                <a:ext cx="3501087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AF9A57-A340-93F2-BA6E-3119703B1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172" y="3856720"/>
                <a:ext cx="3501087" cy="5275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89178D9-3903-D9BB-D485-6308D75E525E}"/>
              </a:ext>
            </a:extLst>
          </p:cNvPr>
          <p:cNvSpPr txBox="1"/>
          <p:nvPr/>
        </p:nvSpPr>
        <p:spPr>
          <a:xfrm>
            <a:off x="2404824" y="4700491"/>
            <a:ext cx="1212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Substitute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265317-A41B-6DC6-2DE7-5401D6E9843C}"/>
                  </a:ext>
                </a:extLst>
              </p:cNvPr>
              <p:cNvSpPr txBox="1"/>
              <p:nvPr/>
            </p:nvSpPr>
            <p:spPr>
              <a:xfrm>
                <a:off x="1662171" y="5386014"/>
                <a:ext cx="9351150" cy="7186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𝑥𝑘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𝑏𝑢𝑙𝑘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den>
                          </m:f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𝑏𝑢𝑙𝑘</m:t>
                              </m:r>
                            </m:sub>
                          </m:sSub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265317-A41B-6DC6-2DE7-5401D6E98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171" y="5386014"/>
                <a:ext cx="9351150" cy="7186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F31E60E-904A-1486-C08A-14A91E2AE806}"/>
                  </a:ext>
                </a:extLst>
              </p:cNvPr>
              <p:cNvSpPr txBox="1"/>
              <p:nvPr/>
            </p:nvSpPr>
            <p:spPr>
              <a:xfrm>
                <a:off x="3883787" y="4570942"/>
                <a:ext cx="3677610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𝑥𝑘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𝑏𝑢𝑙𝑘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F31E60E-904A-1486-C08A-14A91E2AE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787" y="4570942"/>
                <a:ext cx="3677610" cy="5357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46658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A45F-769F-F0FB-86C1-4952D46B9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ill-posed</a:t>
            </a:r>
            <a:r>
              <a:rPr lang="da-DK" dirty="0"/>
              <a:t> problems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A23F0-DD8D-75FF-78D8-F0425C281630}"/>
              </a:ext>
            </a:extLst>
          </p:cNvPr>
          <p:cNvSpPr txBox="1"/>
          <p:nvPr/>
        </p:nvSpPr>
        <p:spPr>
          <a:xfrm>
            <a:off x="838200" y="1789043"/>
            <a:ext cx="7842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da-DK" b="1" dirty="0"/>
              <a:t>A solution </a:t>
            </a:r>
            <a:r>
              <a:rPr lang="da-DK" b="1" dirty="0" err="1"/>
              <a:t>does</a:t>
            </a:r>
            <a:r>
              <a:rPr lang="da-DK" b="1" dirty="0"/>
              <a:t> not </a:t>
            </a:r>
            <a:r>
              <a:rPr lang="da-DK" b="1" dirty="0" err="1"/>
              <a:t>exists</a:t>
            </a:r>
            <a:r>
              <a:rPr lang="da-DK" b="1" dirty="0"/>
              <a:t> (</a:t>
            </a:r>
            <a:r>
              <a:rPr lang="da-DK" b="1" dirty="0" err="1"/>
              <a:t>contradicting</a:t>
            </a:r>
            <a:r>
              <a:rPr lang="da-DK" b="1" dirty="0"/>
              <a:t> </a:t>
            </a:r>
            <a:r>
              <a:rPr lang="da-DK" b="1" dirty="0" err="1"/>
              <a:t>boundary</a:t>
            </a:r>
            <a:r>
              <a:rPr lang="da-DK" b="1" dirty="0"/>
              <a:t> or </a:t>
            </a:r>
            <a:r>
              <a:rPr lang="da-DK" b="1" dirty="0" err="1"/>
              <a:t>intial</a:t>
            </a:r>
            <a:r>
              <a:rPr lang="da-DK" b="1" dirty="0"/>
              <a:t> </a:t>
            </a:r>
            <a:r>
              <a:rPr lang="da-DK" b="1" dirty="0" err="1"/>
              <a:t>conditions</a:t>
            </a:r>
            <a:r>
              <a:rPr lang="da-DK" b="1" dirty="0"/>
              <a:t>)</a:t>
            </a:r>
          </a:p>
          <a:p>
            <a:pPr marL="342900" indent="-342900">
              <a:buAutoNum type="arabicPeriod"/>
            </a:pPr>
            <a:r>
              <a:rPr lang="da-DK" dirty="0"/>
              <a:t>Non-</a:t>
            </a:r>
            <a:r>
              <a:rPr lang="da-DK" dirty="0" err="1"/>
              <a:t>unique</a:t>
            </a:r>
            <a:r>
              <a:rPr lang="da-DK" dirty="0"/>
              <a:t> solution</a:t>
            </a:r>
          </a:p>
          <a:p>
            <a:pPr marL="342900" indent="-342900">
              <a:buAutoNum type="arabicPeriod"/>
            </a:pPr>
            <a:r>
              <a:rPr lang="da-DK" dirty="0" err="1"/>
              <a:t>Unstable</a:t>
            </a:r>
            <a:r>
              <a:rPr lang="da-DK" dirty="0"/>
              <a:t> 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477B59-03B7-0F59-D121-98E3426DB7DA}"/>
              </a:ext>
            </a:extLst>
          </p:cNvPr>
          <p:cNvSpPr/>
          <p:nvPr/>
        </p:nvSpPr>
        <p:spPr>
          <a:xfrm>
            <a:off x="6231835" y="2909284"/>
            <a:ext cx="4283766" cy="3001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62D4762-33DE-63EF-0D20-2F7F6608539B}"/>
              </a:ext>
            </a:extLst>
          </p:cNvPr>
          <p:cNvSpPr/>
          <p:nvPr/>
        </p:nvSpPr>
        <p:spPr>
          <a:xfrm>
            <a:off x="6177170" y="2659796"/>
            <a:ext cx="109330" cy="24948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0486E6D5-3780-F393-6D2A-7FBEBBBC756B}"/>
              </a:ext>
            </a:extLst>
          </p:cNvPr>
          <p:cNvSpPr/>
          <p:nvPr/>
        </p:nvSpPr>
        <p:spPr>
          <a:xfrm rot="5400000">
            <a:off x="10585174" y="5770742"/>
            <a:ext cx="109330" cy="24948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E0234-6AAF-02EF-78A3-21B437B40433}"/>
              </a:ext>
            </a:extLst>
          </p:cNvPr>
          <p:cNvSpPr txBox="1"/>
          <p:nvPr/>
        </p:nvSpPr>
        <p:spPr>
          <a:xfrm>
            <a:off x="5915081" y="2250708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Time (t)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4649F5-614E-E4CA-55FE-FCD6E43ED69E}"/>
              </a:ext>
            </a:extLst>
          </p:cNvPr>
          <p:cNvSpPr txBox="1"/>
          <p:nvPr/>
        </p:nvSpPr>
        <p:spPr>
          <a:xfrm>
            <a:off x="10838264" y="5710820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Space (x)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B7011A-1638-DDE7-3BB1-694F59FD5023}"/>
              </a:ext>
            </a:extLst>
          </p:cNvPr>
          <p:cNvSpPr txBox="1"/>
          <p:nvPr/>
        </p:nvSpPr>
        <p:spPr>
          <a:xfrm>
            <a:off x="7733163" y="6308209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C(t=0, x) = 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DA05E1-C65A-604A-9934-A934DB680E38}"/>
              </a:ext>
            </a:extLst>
          </p:cNvPr>
          <p:cNvSpPr txBox="1"/>
          <p:nvPr/>
        </p:nvSpPr>
        <p:spPr>
          <a:xfrm>
            <a:off x="4034844" y="3960962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C(t, x = 0) =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FD2CF7-7100-8508-E19E-93F26730A88C}"/>
                  </a:ext>
                </a:extLst>
              </p:cNvPr>
              <p:cNvSpPr txBox="1"/>
              <p:nvPr/>
            </p:nvSpPr>
            <p:spPr>
              <a:xfrm>
                <a:off x="1156751" y="4547917"/>
                <a:ext cx="1223476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FD2CF7-7100-8508-E19E-93F26730A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751" y="4547917"/>
                <a:ext cx="1223476" cy="5557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35FF1CC-E6DA-06A4-A340-CE665EECB32F}"/>
              </a:ext>
            </a:extLst>
          </p:cNvPr>
          <p:cNvSpPr txBox="1"/>
          <p:nvPr/>
        </p:nvSpPr>
        <p:spPr>
          <a:xfrm>
            <a:off x="1451112" y="3960962"/>
            <a:ext cx="1534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EQ</a:t>
            </a:r>
          </a:p>
        </p:txBody>
      </p:sp>
    </p:spTree>
    <p:extLst>
      <p:ext uri="{BB962C8B-B14F-4D97-AF65-F5344CB8AC3E}">
        <p14:creationId xmlns:p14="http://schemas.microsoft.com/office/powerpoint/2010/main" val="80502063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C07DA6-460D-06F1-23B2-BAF33CC83F39}"/>
              </a:ext>
            </a:extLst>
          </p:cNvPr>
          <p:cNvSpPr/>
          <p:nvPr/>
        </p:nvSpPr>
        <p:spPr>
          <a:xfrm>
            <a:off x="5903844" y="1517806"/>
            <a:ext cx="4283766" cy="3001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905CCD2-BC44-C7B9-1834-19D1BF142592}"/>
              </a:ext>
            </a:extLst>
          </p:cNvPr>
          <p:cNvSpPr/>
          <p:nvPr/>
        </p:nvSpPr>
        <p:spPr>
          <a:xfrm>
            <a:off x="5849179" y="1268318"/>
            <a:ext cx="109330" cy="24948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D312D31-AE53-A6E3-6583-D036C0E8D9F9}"/>
              </a:ext>
            </a:extLst>
          </p:cNvPr>
          <p:cNvSpPr/>
          <p:nvPr/>
        </p:nvSpPr>
        <p:spPr>
          <a:xfrm rot="5400000">
            <a:off x="10257183" y="4379264"/>
            <a:ext cx="109330" cy="24948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E215A-C0F8-C2BA-1985-EC5E491A339E}"/>
              </a:ext>
            </a:extLst>
          </p:cNvPr>
          <p:cNvSpPr txBox="1"/>
          <p:nvPr/>
        </p:nvSpPr>
        <p:spPr>
          <a:xfrm>
            <a:off x="5587090" y="859230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Time (t)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64EFE3-E7F4-FDF1-F042-16F226F078FC}"/>
              </a:ext>
            </a:extLst>
          </p:cNvPr>
          <p:cNvSpPr txBox="1"/>
          <p:nvPr/>
        </p:nvSpPr>
        <p:spPr>
          <a:xfrm>
            <a:off x="10510273" y="431934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Space (x)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A165CB-1C03-14B1-66EF-E37586FD2298}"/>
              </a:ext>
            </a:extLst>
          </p:cNvPr>
          <p:cNvSpPr txBox="1"/>
          <p:nvPr/>
        </p:nvSpPr>
        <p:spPr>
          <a:xfrm>
            <a:off x="7116938" y="4808667"/>
            <a:ext cx="2233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C(t=0, x = 1:N-1) = 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CF6EAE-5501-5A2E-5B55-A888B6D6B633}"/>
              </a:ext>
            </a:extLst>
          </p:cNvPr>
          <p:cNvSpPr txBox="1"/>
          <p:nvPr/>
        </p:nvSpPr>
        <p:spPr>
          <a:xfrm>
            <a:off x="3706853" y="2569484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C(t, x = 0) =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3AD357-8B04-2E31-8BED-0FE8A920683E}"/>
                  </a:ext>
                </a:extLst>
              </p:cNvPr>
              <p:cNvSpPr txBox="1"/>
              <p:nvPr/>
            </p:nvSpPr>
            <p:spPr>
              <a:xfrm>
                <a:off x="828760" y="3156439"/>
                <a:ext cx="1223476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3AD357-8B04-2E31-8BED-0FE8A9206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60" y="3156439"/>
                <a:ext cx="1223476" cy="5557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1E448CC-2B61-E7E3-03E8-C85122130E69}"/>
              </a:ext>
            </a:extLst>
          </p:cNvPr>
          <p:cNvSpPr txBox="1"/>
          <p:nvPr/>
        </p:nvSpPr>
        <p:spPr>
          <a:xfrm>
            <a:off x="1123121" y="2569484"/>
            <a:ext cx="1534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Governing</a:t>
            </a:r>
            <a:r>
              <a:rPr lang="da-DK" dirty="0"/>
              <a:t> EQ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E2D7CC-238E-CC6E-9103-DFFA760D9F84}"/>
              </a:ext>
            </a:extLst>
          </p:cNvPr>
          <p:cNvSpPr txBox="1"/>
          <p:nvPr/>
        </p:nvSpPr>
        <p:spPr>
          <a:xfrm>
            <a:off x="10294669" y="2614243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dC</a:t>
            </a:r>
            <a:r>
              <a:rPr lang="da-DK" dirty="0"/>
              <a:t>(t, x=N) = 0</a:t>
            </a:r>
          </a:p>
        </p:txBody>
      </p:sp>
    </p:spTree>
    <p:extLst>
      <p:ext uri="{BB962C8B-B14F-4D97-AF65-F5344CB8AC3E}">
        <p14:creationId xmlns:p14="http://schemas.microsoft.com/office/powerpoint/2010/main" val="403423959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4CF049-7521-7018-F01B-E7235862FC95}"/>
              </a:ext>
            </a:extLst>
          </p:cNvPr>
          <p:cNvSpPr/>
          <p:nvPr/>
        </p:nvSpPr>
        <p:spPr>
          <a:xfrm>
            <a:off x="4035287" y="2004824"/>
            <a:ext cx="4283766" cy="3001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B33889A-491C-0409-D639-E906054500D5}"/>
              </a:ext>
            </a:extLst>
          </p:cNvPr>
          <p:cNvSpPr/>
          <p:nvPr/>
        </p:nvSpPr>
        <p:spPr>
          <a:xfrm>
            <a:off x="3980622" y="1755336"/>
            <a:ext cx="109330" cy="24948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6105EB1A-7524-9F98-CD9D-0C9AAB6ACFF6}"/>
              </a:ext>
            </a:extLst>
          </p:cNvPr>
          <p:cNvSpPr/>
          <p:nvPr/>
        </p:nvSpPr>
        <p:spPr>
          <a:xfrm rot="5400000">
            <a:off x="8388626" y="4866282"/>
            <a:ext cx="109330" cy="24948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9D203-C0F3-8298-B6BF-DE5FFC8D7A3B}"/>
              </a:ext>
            </a:extLst>
          </p:cNvPr>
          <p:cNvSpPr txBox="1"/>
          <p:nvPr/>
        </p:nvSpPr>
        <p:spPr>
          <a:xfrm>
            <a:off x="3718533" y="1346248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Time (t)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69A40-01C8-6F3F-C7C9-6CAACF37C9E2}"/>
              </a:ext>
            </a:extLst>
          </p:cNvPr>
          <p:cNvSpPr txBox="1"/>
          <p:nvPr/>
        </p:nvSpPr>
        <p:spPr>
          <a:xfrm>
            <a:off x="8661594" y="4806360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Space (x)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0879F9-797F-C6F8-4E6E-DDA27F11F3F9}"/>
                  </a:ext>
                </a:extLst>
              </p:cNvPr>
              <p:cNvSpPr txBox="1"/>
              <p:nvPr/>
            </p:nvSpPr>
            <p:spPr>
              <a:xfrm>
                <a:off x="2001578" y="3165658"/>
                <a:ext cx="1243674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0879F9-797F-C6F8-4E6E-DDA27F11F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578" y="3165658"/>
                <a:ext cx="1243674" cy="526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7AE4C48-461C-9388-4F25-ADCFFD3017DF}"/>
              </a:ext>
            </a:extLst>
          </p:cNvPr>
          <p:cNvSpPr txBox="1"/>
          <p:nvPr/>
        </p:nvSpPr>
        <p:spPr>
          <a:xfrm>
            <a:off x="8443291" y="3325314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C(t, x=N) =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13C542-7733-77C3-8F73-7ADA47B742B9}"/>
              </a:ext>
            </a:extLst>
          </p:cNvPr>
          <p:cNvSpPr txBox="1"/>
          <p:nvPr/>
        </p:nvSpPr>
        <p:spPr>
          <a:xfrm>
            <a:off x="5437224" y="5295685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C(t=0, x) = 10</a:t>
            </a:r>
          </a:p>
        </p:txBody>
      </p:sp>
    </p:spTree>
    <p:extLst>
      <p:ext uri="{BB962C8B-B14F-4D97-AF65-F5344CB8AC3E}">
        <p14:creationId xmlns:p14="http://schemas.microsoft.com/office/powerpoint/2010/main" val="233992244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BAB4-D1E4-AFB0-354B-EEBE3535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Algorithms</a:t>
            </a:r>
            <a:r>
              <a:rPr lang="da-DK" dirty="0"/>
              <a:t> for </a:t>
            </a:r>
            <a:r>
              <a:rPr lang="da-DK" dirty="0" err="1"/>
              <a:t>solving</a:t>
            </a:r>
            <a:r>
              <a:rPr lang="da-DK" dirty="0"/>
              <a:t> </a:t>
            </a:r>
            <a:r>
              <a:rPr lang="da-DK" dirty="0" err="1"/>
              <a:t>text</a:t>
            </a:r>
            <a:r>
              <a:rPr lang="da-DK" dirty="0"/>
              <a:t>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C9E72-503E-7841-70F6-157B98C74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da-DK" dirty="0"/>
              <a:t>Select PDE </a:t>
            </a:r>
            <a:r>
              <a:rPr lang="da-DK" dirty="0" err="1"/>
              <a:t>coordinate</a:t>
            </a:r>
            <a:r>
              <a:rPr lang="da-DK" dirty="0"/>
              <a:t> system </a:t>
            </a:r>
          </a:p>
          <a:p>
            <a:pPr marL="514350" indent="-514350">
              <a:buAutoNum type="arabicPeriod"/>
            </a:pPr>
            <a:r>
              <a:rPr lang="da-DK" dirty="0" err="1"/>
              <a:t>Eliminate</a:t>
            </a:r>
            <a:r>
              <a:rPr lang="da-DK" dirty="0"/>
              <a:t> </a:t>
            </a:r>
            <a:r>
              <a:rPr lang="da-DK" dirty="0" err="1"/>
              <a:t>uneccesary</a:t>
            </a:r>
            <a:r>
              <a:rPr lang="da-DK" dirty="0"/>
              <a:t> terms to </a:t>
            </a:r>
            <a:r>
              <a:rPr lang="da-DK" dirty="0" err="1"/>
              <a:t>get</a:t>
            </a:r>
            <a:r>
              <a:rPr lang="da-DK" dirty="0"/>
              <a:t> the </a:t>
            </a:r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endParaRPr lang="da-DK" dirty="0"/>
          </a:p>
          <a:p>
            <a:pPr marL="514350" indent="-514350">
              <a:buAutoNum type="arabicPeriod"/>
            </a:pPr>
            <a:r>
              <a:rPr lang="da-DK" dirty="0" err="1"/>
              <a:t>Reformulate</a:t>
            </a:r>
            <a:r>
              <a:rPr lang="da-DK" dirty="0"/>
              <a:t> to </a:t>
            </a:r>
            <a:r>
              <a:rPr lang="da-DK" dirty="0" err="1"/>
              <a:t>discretized</a:t>
            </a:r>
            <a:r>
              <a:rPr lang="da-DK" dirty="0"/>
              <a:t> form (for </a:t>
            </a:r>
            <a:r>
              <a:rPr lang="da-DK" dirty="0" err="1"/>
              <a:t>method</a:t>
            </a:r>
            <a:r>
              <a:rPr lang="da-DK" dirty="0"/>
              <a:t> of lines)</a:t>
            </a:r>
          </a:p>
          <a:p>
            <a:pPr marL="514350" indent="-514350">
              <a:buAutoNum type="arabicPeriod"/>
            </a:pPr>
            <a:r>
              <a:rPr lang="da-DK" dirty="0" err="1"/>
              <a:t>Figure</a:t>
            </a:r>
            <a:r>
              <a:rPr lang="da-DK" dirty="0"/>
              <a:t> out </a:t>
            </a:r>
            <a:r>
              <a:rPr lang="da-DK" dirty="0" err="1"/>
              <a:t>what</a:t>
            </a:r>
            <a:r>
              <a:rPr lang="da-DK" dirty="0"/>
              <a:t> the </a:t>
            </a:r>
            <a:r>
              <a:rPr lang="da-DK" dirty="0" err="1"/>
              <a:t>BC’s</a:t>
            </a:r>
            <a:r>
              <a:rPr lang="da-DK" dirty="0"/>
              <a:t> and IC’s </a:t>
            </a:r>
            <a:r>
              <a:rPr lang="da-DK" dirty="0" err="1"/>
              <a:t>are</a:t>
            </a:r>
            <a:endParaRPr lang="da-DK" dirty="0"/>
          </a:p>
          <a:p>
            <a:pPr marL="514350" indent="-514350">
              <a:buAutoNum type="arabicPeriod"/>
            </a:pPr>
            <a:r>
              <a:rPr lang="da-DK" dirty="0" err="1"/>
              <a:t>Implement</a:t>
            </a:r>
            <a:r>
              <a:rPr lang="da-DK" dirty="0"/>
              <a:t> in </a:t>
            </a:r>
            <a:r>
              <a:rPr lang="da-DK" dirty="0" err="1"/>
              <a:t>python</a:t>
            </a:r>
            <a:r>
              <a:rPr lang="da-DK" dirty="0"/>
              <a:t> by handling </a:t>
            </a:r>
            <a:r>
              <a:rPr lang="da-DK" dirty="0" err="1"/>
              <a:t>interior</a:t>
            </a:r>
            <a:r>
              <a:rPr lang="da-DK" dirty="0"/>
              <a:t> and BC nodes </a:t>
            </a:r>
            <a:r>
              <a:rPr lang="da-DK" dirty="0" err="1"/>
              <a:t>separately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8620856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be042ce-f8ee-4398-a071-68f825dc8a29" xsi:nil="true"/>
  </documentManagement>
</p:properties>
</file>

<file path=customXml/item3.xml><?xml version="1.0" encoding="utf-8"?>
<TemplafyFormConfiguration><![CDATA[{"formFields":[],"formDataEntries":[]}]]></TemplafyFormConfiguration>
</file>

<file path=customXml/item4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3944B3AF7C09F43A46F7977D4911CF3" ma:contentTypeVersion="16" ma:contentTypeDescription="Opret et nyt dokument." ma:contentTypeScope="" ma:versionID="e963d14dbb28f9313e58b0914ba4696c">
  <xsd:schema xmlns:xsd="http://www.w3.org/2001/XMLSchema" xmlns:xs="http://www.w3.org/2001/XMLSchema" xmlns:p="http://schemas.microsoft.com/office/2006/metadata/properties" xmlns:ns3="cbe042ce-f8ee-4398-a071-68f825dc8a29" xmlns:ns4="ab0d711d-f73e-48ea-864e-a033dce7f596" targetNamespace="http://schemas.microsoft.com/office/2006/metadata/properties" ma:root="true" ma:fieldsID="e2979a5b9d0924525aac5c2a1cd33bd7" ns3:_="" ns4:_="">
    <xsd:import namespace="cbe042ce-f8ee-4398-a071-68f825dc8a29"/>
    <xsd:import namespace="ab0d711d-f73e-48ea-864e-a033dce7f59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DateTaken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e042ce-f8ee-4398-a071-68f825dc8a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0d711d-f73e-48ea-864e-a033dce7f59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værdi for deling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3F0FC9BF-3E26-4FAE-BDEC-AB311AEE9D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033D87-7D33-4806-AFC8-D1319F0D3E5A}">
  <ds:schemaRefs>
    <ds:schemaRef ds:uri="http://purl.org/dc/elements/1.1/"/>
    <ds:schemaRef ds:uri="http://schemas.openxmlformats.org/package/2006/metadata/core-properties"/>
    <ds:schemaRef ds:uri="http://purl.org/dc/terms/"/>
    <ds:schemaRef ds:uri="ab0d711d-f73e-48ea-864e-a033dce7f596"/>
    <ds:schemaRef ds:uri="http://schemas.microsoft.com/office/2006/documentManagement/types"/>
    <ds:schemaRef ds:uri="http://www.w3.org/XML/1998/namespace"/>
    <ds:schemaRef ds:uri="cbe042ce-f8ee-4398-a071-68f825dc8a29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5938109-F486-41EA-929F-D7DF65C5D6B1}">
  <ds:schemaRefs/>
</ds:datastoreItem>
</file>

<file path=customXml/itemProps4.xml><?xml version="1.0" encoding="utf-8"?>
<ds:datastoreItem xmlns:ds="http://schemas.openxmlformats.org/officeDocument/2006/customXml" ds:itemID="{386C9AF7-FC43-4772-BF6D-26FE95C56D62}">
  <ds:schemaRefs/>
</ds:datastoreItem>
</file>

<file path=customXml/itemProps5.xml><?xml version="1.0" encoding="utf-8"?>
<ds:datastoreItem xmlns:ds="http://schemas.openxmlformats.org/officeDocument/2006/customXml" ds:itemID="{D5EA5A6D-4903-4D27-A672-1F127D68AA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be042ce-f8ee-4398-a071-68f825dc8a29"/>
    <ds:schemaRef ds:uri="ab0d711d-f73e-48ea-864e-a033dce7f5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C60B9EDF-596D-4F67-B5E3-411D55B8E8FC}">
  <ds:schemaRefs/>
</ds:datastoreItem>
</file>

<file path=customXml/itemProps7.xml><?xml version="1.0" encoding="utf-8"?>
<ds:datastoreItem xmlns:ds="http://schemas.openxmlformats.org/officeDocument/2006/customXml" ds:itemID="{B69ABF3A-B169-44F9-86AC-4E29FB2A2600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</Words>
  <Application>Microsoft Office PowerPoint</Application>
  <PresentationFormat>Widescreen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MentiText</vt:lpstr>
      <vt:lpstr>Office Theme</vt:lpstr>
      <vt:lpstr>PowerPoint Presentation</vt:lpstr>
      <vt:lpstr>PowerPoint Presentation</vt:lpstr>
      <vt:lpstr>Boundary conditions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ill-posed problems</vt:lpstr>
      <vt:lpstr>PowerPoint Presentation</vt:lpstr>
      <vt:lpstr>PowerPoint Presentation</vt:lpstr>
      <vt:lpstr>Algorithms for solving text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2025-06-19T08:55:46Z</dcterms:created>
  <dcterms:modified xsi:type="dcterms:W3CDTF">2025-09-22T18:34:24Z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  <property fmtid="{D5CDD505-2E9C-101B-9397-08002B2CF9AE}" pid="8" name="ContentTypeId">
    <vt:lpwstr>0x01010093944B3AF7C09F43A46F7977D4911CF3</vt:lpwstr>
  </property>
</Properties>
</file>